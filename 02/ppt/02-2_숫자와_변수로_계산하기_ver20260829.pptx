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7c1662674e45fa" /><Relationship Type="http://schemas.openxmlformats.org/officeDocument/2006/relationships/extended-properties" Target="/docProps/app.xml" Id="Rbdb466365f5d4ef4" /><Relationship Type="http://schemas.openxmlformats.org/officeDocument/2006/relationships/officeDocument" Target="/ppt/presentation.xml" Id="R46510bcd4e0b48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cd341f84e44f0b"/>
  </p:sldMasterIdLst>
  <p:notesMasterIdLst>
    <p:notesMasterId xmlns:r="http://schemas.openxmlformats.org/officeDocument/2006/relationships" r:id="R75b2e60325db4574"/>
  </p:notesMasterIdLst>
  <p:sldIdLst>
    <p:sldId xmlns:r="http://schemas.openxmlformats.org/officeDocument/2006/relationships" id="256" r:id="R7be086561349497a"/>
    <p:sldId xmlns:r="http://schemas.openxmlformats.org/officeDocument/2006/relationships" id="257" r:id="Rf2872433d33e4bdd"/>
    <p:sldId xmlns:r="http://schemas.openxmlformats.org/officeDocument/2006/relationships" id="258" r:id="R01fffa5c39dd4bfa"/>
    <p:sldId xmlns:r="http://schemas.openxmlformats.org/officeDocument/2006/relationships" id="259" r:id="Rea4e9793b4934daf"/>
    <p:sldId xmlns:r="http://schemas.openxmlformats.org/officeDocument/2006/relationships" id="260" r:id="R356a0f1566c44aec"/>
    <p:sldId xmlns:r="http://schemas.openxmlformats.org/officeDocument/2006/relationships" id="261" r:id="R431be885606f4220"/>
    <p:sldId xmlns:r="http://schemas.openxmlformats.org/officeDocument/2006/relationships" id="262" r:id="R2c68d59b06f940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d838bb66f84a34" /><Relationship Type="http://schemas.openxmlformats.org/officeDocument/2006/relationships/slideMaster" Target="/ppt/slideMasters/slideMaster1.xml" Id="R8ccd341f84e44f0b" /><Relationship Type="http://schemas.openxmlformats.org/officeDocument/2006/relationships/notesMaster" Target="/ppt/notesMasters/notesMaster1.xml" Id="R75b2e60325db4574" /><Relationship Type="http://schemas.openxmlformats.org/officeDocument/2006/relationships/presProps" Target="/ppt/presProps.xml" Id="R1e58209030b74bd2" /><Relationship Type="http://schemas.openxmlformats.org/officeDocument/2006/relationships/tableStyles" Target="/ppt/tableStyles.xml" Id="R1c768eaee8064b16" /><Relationship Type="http://schemas.openxmlformats.org/officeDocument/2006/relationships/slide" Target="/ppt/slides/slide1.xml" Id="R7be086561349497a" /><Relationship Type="http://schemas.openxmlformats.org/officeDocument/2006/relationships/slide" Target="/ppt/slides/slide2.xml" Id="Rf2872433d33e4bdd" /><Relationship Type="http://schemas.openxmlformats.org/officeDocument/2006/relationships/slide" Target="/ppt/slides/slide3.xml" Id="R01fffa5c39dd4bfa" /><Relationship Type="http://schemas.openxmlformats.org/officeDocument/2006/relationships/slide" Target="/ppt/slides/slide4.xml" Id="Rea4e9793b4934daf" /><Relationship Type="http://schemas.openxmlformats.org/officeDocument/2006/relationships/slide" Target="/ppt/slides/slide5.xml" Id="R356a0f1566c44aec" /><Relationship Type="http://schemas.openxmlformats.org/officeDocument/2006/relationships/slide" Target="/ppt/slides/slide6.xml" Id="R431be885606f4220" /><Relationship Type="http://schemas.openxmlformats.org/officeDocument/2006/relationships/slide" Target="/ppt/slides/slide7.xml" Id="R2c68d59b06f940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b8abb5ecf748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618340ae1e4009" /><Relationship Type="http://schemas.openxmlformats.org/officeDocument/2006/relationships/notesMaster" Target="/ppt/notesMasters/notesMaster1.xml" Id="Rc95b008c00d54a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bc4082cf4b4c9c" /><Relationship Type="http://schemas.openxmlformats.org/officeDocument/2006/relationships/notesMaster" Target="/ppt/notesMasters/notesMaster1.xml" Id="R0508f19965bf43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49f85c24144d00" /><Relationship Type="http://schemas.openxmlformats.org/officeDocument/2006/relationships/notesMaster" Target="/ppt/notesMasters/notesMaster1.xml" Id="Ra49b4c665d4b44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add805f2204854" /><Relationship Type="http://schemas.openxmlformats.org/officeDocument/2006/relationships/notesMaster" Target="/ppt/notesMasters/notesMaster1.xml" Id="R5fbdbab0589441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83ff64ba874c6e" /><Relationship Type="http://schemas.openxmlformats.org/officeDocument/2006/relationships/notesMaster" Target="/ppt/notesMasters/notesMaster1.xml" Id="R3f66ac59246045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88a6e97c4649da" /><Relationship Type="http://schemas.openxmlformats.org/officeDocument/2006/relationships/notesMaster" Target="/ppt/notesMasters/notesMaster1.xml" Id="Rc6d893cf317443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dd3b4111ac4901" /><Relationship Type="http://schemas.openxmlformats.org/officeDocument/2006/relationships/notesMaster" Target="/ppt/notesMasters/notesMaster1.xml" Id="R80297945df3d49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[수업 시간 구성]</a:t>
            </a:r>
          </a:p>
          <a:p xmlns:a="http://schemas.openxmlformats.org/drawingml/2006/main">
            <a:r>
              <a:t>0–5분 · 숫자 계산과 print</a:t>
            </a:r>
          </a:p>
          <a:p xmlns:a="http://schemas.openxmlformats.org/drawingml/2006/main">
            <a:r>
              <a:t>5–15분 · 네 산술연산</a:t>
            </a:r>
          </a:p>
          <a:p xmlns:a="http://schemas.openxmlformats.org/drawingml/2006/main">
            <a:r>
              <a:t>15–25분 · 변수는 값의 의미</a:t>
            </a:r>
          </a:p>
          <a:p xmlns:a="http://schemas.openxmlformats.org/drawingml/2006/main">
            <a:r>
              <a:t>25–35분 · 실행 전 예상</a:t>
            </a:r>
          </a:p>
          <a:p xmlns:a="http://schemas.openxmlformats.org/drawingml/2006/main">
            <a:r>
              <a:t>35–45분 · OpenCode 요청·코드 확인·재실행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자료형 표를 먼저 보여 주지 않습니다. 3 + 5와 결과 8에서 시작합니다. 숫자에 price, count 같은 이름을 붙이면 값의 의미를 읽을 수 있다는 쪽으로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+ - * / 네 기호만 봅니다. 나누기 결과 4.0이 보이면 소수점 숫자도 계산할 수 있다는 정도만 말하고 저장 원리로 확장하지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학생에게 실행 버튼을 누르기 전에 값·이름·연산·예상 결과를 말하게 합니다. 틀린 예상도 괜찮지만 예상 없이 실행만 하는 습관은 남기지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변수를 상자보다 라벨로 설명합니다. price는 12000이라는 숫자에 상품 가격이라는 뜻을 붙인 이름입니다. =는 비교가 아니라 오른쪽 값을 왼쪽 이름에 저장한다는 뜻입니다.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교과서 배포 자산 · 변수 이름 도식 · 2026-08-29 수업용 재사용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학생은 OpenCode에 가격과 수량을 전달하고 짧은 파일을 만들게 합니다. 코드가 생성되면 숫자, 변수 이름, 곱하기를 찾고 32000을 예상한 뒤 실행합니다.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[마무리]</a:t>
            </a:r>
          </a:p>
          <a:p xmlns:a="http://schemas.openxmlformats.org/drawingml/2006/main">
            <a:r>
              <a:t>AI가 코드를 대신 썼어도 학생이 숫자·이름·연산을 확인하고 결과를 예상했다면 이번 목표를 달성한 것입니다.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5bc730b634f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d1b244e8034d6f" /><Relationship Type="http://schemas.openxmlformats.org/officeDocument/2006/relationships/slideLayout" Target="/ppt/slideLayouts/slideLayout1.xml" Id="R46aab62eb26f44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aab62eb26f44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5f5f209ee416e" /><Relationship Type="http://schemas.openxmlformats.org/officeDocument/2006/relationships/notesSlide" Target="/ppt/notesSlides/notesSlide1.xml" Id="R3f989214e15e43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39cc96f514fb4" /><Relationship Type="http://schemas.openxmlformats.org/officeDocument/2006/relationships/notesSlide" Target="/ppt/notesSlides/notesSlide2.xml" Id="Rf281ab9785714a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944f5ab5740e0" /><Relationship Type="http://schemas.openxmlformats.org/officeDocument/2006/relationships/notesSlide" Target="/ppt/notesSlides/notesSlide3.xml" Id="R562139d8b33243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47766359c428f" /><Relationship Type="http://schemas.openxmlformats.org/officeDocument/2006/relationships/notesSlide" Target="/ppt/notesSlides/notesSlide4.xml" Id="R24387a5d613c4b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8c858a93e4055" /><Relationship Type="http://schemas.openxmlformats.org/officeDocument/2006/relationships/image" Target="/ppt/media/image.png" Id="R1013ddd70b7d45f1" /><Relationship Type="http://schemas.openxmlformats.org/officeDocument/2006/relationships/notesSlide" Target="/ppt/notesSlides/notesSlide5.xml" Id="R8deaff819bff45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feeb51c724539" /><Relationship Type="http://schemas.openxmlformats.org/officeDocument/2006/relationships/notesSlide" Target="/ppt/notesSlides/notesSlide6.xml" Id="R46adeb16229045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bd74653b647ae" /><Relationship Type="http://schemas.openxmlformats.org/officeDocument/2006/relationships/notesSlide" Target="/ppt/notesSlides/notesSlide7.xml" Id="Rb2ee0dadc91b43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숫자와 변수로 계산하기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숫자·print·변수·기본 산술연산만 사용해 작은 결과를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수업자료 2-2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숫자에 이름을 붙이면 무엇이 달라질까요?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F02F-29D9-4770-BF49-EEBDFBD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전체 문법이 아니라 읽을 수 있는 가장 작은 계산부터 시작합니다.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AE29-3AC3-4D6A-AB27-489EA4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791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34CA8-5A08-4A87-8B39-79419F4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숫자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계산할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A8DB-4649-4FB1-B2CB-D3BB60F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1D3A-8637-45B7-B11B-6EF8F5C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변수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값의 의미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F795E-0438-482A-9DD6-D03975B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268F-07AE-4D4E-8D33-63B9E94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print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결과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2E1D5-2B69-4CDF-B097-FC103AC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AI가 만든 코드에서도 숫자·이름·연산을 찾을 수 있으면 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2-2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네 가지 기본 연산만 사용합니다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+ · 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더하기·빼기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8 + 2 → 10 / 8 - 2 → 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곱하기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8 * 2 → 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/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나누기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8 / 2 → 4.0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복잡한 우선순위·나머지·거듭제곱은 이번 시간에 추가하지 않습니다.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2-2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71833-949F-473B-AA98-6414C49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CE97-F21C-45F4-B764-3ADA08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9F5A-0AA1-4A92-9FB0-4FC1A07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EBD6-82E5-489A-A4AF-97113A5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실행 전에 코드에서 세 가지를 찾습니다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1FD4-BC3A-4018-B2F0-6E550F7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FF27-4FC7-4A7B-8C31-E51F459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32B0-9B57-46EC-89A0-66E04E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647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87A3-D06C-466A-9406-1CCCF1E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price = 5000 · count = 3 · total = price * 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7D5-ADCB-4B17-BAF8-12AB82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06EB-FCE1-4684-9552-3E42E17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98BD-3458-49A6-B7AC-D219E71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13C-84A7-43D3-9F76-E7A838C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5000과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9C01-9C5B-4EEB-ADF2-95C09BD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C842-E501-4C8A-ADDD-1B813DD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01508-E42F-4EBA-903B-6D05A9F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8B4C-B8B2-449F-82FB-E726B54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이름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7079-60D6-4B7B-B4E5-12E45E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price와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C3E6B-E4CD-4BB8-8D48-8E6BF4A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5AE95-3707-4923-AC32-E4FC41B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B20C-0DCD-445D-A9F0-5533921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A81C-BD9B-4E12-8336-08784EC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연산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1B2A4-F835-4286-B9C1-50C505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곱하기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C7B88-AC02-4263-AE8F-3E7621D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40F2-8C0C-462D-ABA5-680539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9BA3-01CB-47C1-ACB0-3CD425E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4DDE7-77B0-42A9-8E9E-7D56C9F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예상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0C1A-75F8-4502-99F2-04B37E1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15000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90E5-FE88-4EB8-B8FA-E24264B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7A8F4-9866-4F26-B01B-9968951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D5881-A257-4755-905F-AF93316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0E7C86"/>
                </a:solidFill>
                <a:latin typeface="Archivo"/>
                <a:ea typeface="Archivo"/>
                <a:cs typeface="Archiv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37F3A-E964-4A0E-B61C-9D139D6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실행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8C2D-C2E8-4073-8D23-18C6262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▶ 결과 비교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C38BC-E6D1-456C-B0A5-C1A08BF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코드가 실행된다는 사실과 계산이 의도에 맞는다는 사실은 다릅니다.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D98E-4C16-4900-978D-0E44CD7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2-2</a:t>
            </a:r>
          </a:p>
        </p:txBody>
      </p:sp>
    </p:spTree>
    <p:extLst>
      <p:ext uri="{BB962C8B-B14F-4D97-AF65-F5344CB8AC3E}">
        <p14:creationId xmlns:p14="http://schemas.microsoft.com/office/powerpoint/2010/main" val="168548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변수는 값에 붙인 의미 있는 이름입니다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3ddd70b7d45f1"/>
          <a:stretch xmlns:a="http://schemas.openxmlformats.org/drawingml/2006/main"/>
        </p:blipFill>
        <p:spPr>
          <a:xfrm xmlns:a="http://schemas.openxmlformats.org/drawingml/2006/main">
            <a:off x="533400" y="1822847"/>
            <a:ext cx="6896100" cy="3879056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price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상품 가격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상품 수량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total = price × 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2-2</a:t>
            </a:r>
          </a:p>
        </p:txBody>
      </p:sp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OpenCode에 요청한 뒤 코드를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요청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가격 8000원·수량 4개를 전달합니다.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숫자·변수 이름·곱하기를 찾습니다.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32000을 예상한 뒤 ▶로 비교합니다.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숫자 하나만 바꾸어 결과가 함께 바뀌는지 다시 확인합니다.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2-2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숫자·이름·연산을 읽을 수 있으면 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Python은 계산기처럼 작은 결과에서 시작할 수 있습니다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숫자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변수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연산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print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예상 → 실행 → 실제 결과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계산한 값을 기준과 비교해 True·False를 만듭니다.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2-2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2026-08-29T14:38:50.4020000Z</dcterms:created>
  <dcterms:modified xsi:type="dcterms:W3CDTF">2026-08-29T14:38:50.4020000Z</dcterms:modified>
</coreProperties>
</file>