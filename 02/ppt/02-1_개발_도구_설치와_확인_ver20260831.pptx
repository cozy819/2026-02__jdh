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002f6bbe54f3f" /><Relationship Type="http://schemas.openxmlformats.org/officeDocument/2006/relationships/extended-properties" Target="/docProps/app.xml" Id="R7cbc6a04211b4247" /><Relationship Type="http://schemas.openxmlformats.org/officeDocument/2006/relationships/officeDocument" Target="/ppt/presentation.xml" Id="R0e20d2ad55c142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0f1e907981478d"/>
  </p:sldMasterIdLst>
  <p:notesMasterIdLst>
    <p:notesMasterId xmlns:r="http://schemas.openxmlformats.org/officeDocument/2006/relationships" r:id="R4ef05f0659df47eb"/>
  </p:notesMasterIdLst>
  <p:sldIdLst>
    <p:sldId xmlns:r="http://schemas.openxmlformats.org/officeDocument/2006/relationships" id="256" r:id="Rf6ab9cff5267488a"/>
    <p:sldId xmlns:r="http://schemas.openxmlformats.org/officeDocument/2006/relationships" id="257" r:id="R4c3f0d61a89d4da9"/>
    <p:sldId xmlns:r="http://schemas.openxmlformats.org/officeDocument/2006/relationships" id="258" r:id="R835062dba9a345f5"/>
    <p:sldId xmlns:r="http://schemas.openxmlformats.org/officeDocument/2006/relationships" id="259" r:id="R8a525c841f65413e"/>
    <p:sldId xmlns:r="http://schemas.openxmlformats.org/officeDocument/2006/relationships" id="260" r:id="Rb0a282243b4a49b1"/>
    <p:sldId xmlns:r="http://schemas.openxmlformats.org/officeDocument/2006/relationships" id="261" r:id="Rb558aba15f524170"/>
    <p:sldId xmlns:r="http://schemas.openxmlformats.org/officeDocument/2006/relationships" id="262" r:id="Rb20166e6f0e14609"/>
    <p:sldId xmlns:r="http://schemas.openxmlformats.org/officeDocument/2006/relationships" id="263" r:id="Rde6d3bf6de824067"/>
    <p:sldId xmlns:r="http://schemas.openxmlformats.org/officeDocument/2006/relationships" id="264" r:id="R7c06cc38dc5146d7"/>
    <p:sldId xmlns:r="http://schemas.openxmlformats.org/officeDocument/2006/relationships" id="265" r:id="Re940ca7ef8084319"/>
    <p:sldId xmlns:r="http://schemas.openxmlformats.org/officeDocument/2006/relationships" id="266" r:id="R50f1143120d54786"/>
    <p:sldId xmlns:r="http://schemas.openxmlformats.org/officeDocument/2006/relationships" id="267" r:id="R01dbc5de96304f84"/>
    <p:sldId xmlns:r="http://schemas.openxmlformats.org/officeDocument/2006/relationships" id="268" r:id="R6b1703c05ad842c1"/>
    <p:sldId xmlns:r="http://schemas.openxmlformats.org/officeDocument/2006/relationships" id="269" r:id="Ra9bdec4b13d4465b"/>
    <p:sldId xmlns:r="http://schemas.openxmlformats.org/officeDocument/2006/relationships" id="270" r:id="R8b8d1946a4c94a5e"/>
    <p:sldId xmlns:r="http://schemas.openxmlformats.org/officeDocument/2006/relationships" id="271" r:id="R9824ce89aa864fbb"/>
    <p:sldId xmlns:r="http://schemas.openxmlformats.org/officeDocument/2006/relationships" id="272" r:id="Rb10a252ff32d40c6"/>
    <p:sldId xmlns:r="http://schemas.openxmlformats.org/officeDocument/2006/relationships" id="273" r:id="R9b1b430ca2fe4134"/>
    <p:sldId xmlns:r="http://schemas.openxmlformats.org/officeDocument/2006/relationships" id="274" r:id="R45b134d4bdce41cb"/>
    <p:sldId xmlns:r="http://schemas.openxmlformats.org/officeDocument/2006/relationships" id="275" r:id="R2f8b476d70f44a58"/>
    <p:sldId xmlns:r="http://schemas.openxmlformats.org/officeDocument/2006/relationships" id="276" r:id="R8bc0420a1f8b443e"/>
    <p:sldId xmlns:r="http://schemas.openxmlformats.org/officeDocument/2006/relationships" id="277" r:id="R0f009d112185436b"/>
    <p:sldId xmlns:r="http://schemas.openxmlformats.org/officeDocument/2006/relationships" id="278" r:id="R0518dc44b5b943a8"/>
    <p:sldId xmlns:r="http://schemas.openxmlformats.org/officeDocument/2006/relationships" id="279" r:id="R484fbc37e1ef4f41"/>
    <p:sldId xmlns:r="http://schemas.openxmlformats.org/officeDocument/2006/relationships" id="280" r:id="R3b7ebb87ed064eaa"/>
    <p:sldId xmlns:r="http://schemas.openxmlformats.org/officeDocument/2006/relationships" id="281" r:id="R8035260f2a3c41a9"/>
    <p:sldId xmlns:r="http://schemas.openxmlformats.org/officeDocument/2006/relationships" id="282" r:id="R52d9ab4d11eb40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8171c95bc4b21" /><Relationship Type="http://schemas.openxmlformats.org/officeDocument/2006/relationships/slideMaster" Target="/ppt/slideMasters/slideMaster1.xml" Id="Rca0f1e907981478d" /><Relationship Type="http://schemas.openxmlformats.org/officeDocument/2006/relationships/notesMaster" Target="/ppt/notesMasters/notesMaster1.xml" Id="R4ef05f0659df47eb" /><Relationship Type="http://schemas.openxmlformats.org/officeDocument/2006/relationships/presProps" Target="/ppt/presProps.xml" Id="R9a3880d6cc7d4bfb" /><Relationship Type="http://schemas.openxmlformats.org/officeDocument/2006/relationships/tableStyles" Target="/ppt/tableStyles.xml" Id="R516fd3bf3ac846c0" /><Relationship Type="http://schemas.openxmlformats.org/officeDocument/2006/relationships/slide" Target="/ppt/slides/slide1.xml" Id="Rf6ab9cff5267488a" /><Relationship Type="http://schemas.openxmlformats.org/officeDocument/2006/relationships/slide" Target="/ppt/slides/slide2.xml" Id="R4c3f0d61a89d4da9" /><Relationship Type="http://schemas.openxmlformats.org/officeDocument/2006/relationships/slide" Target="/ppt/slides/slide3.xml" Id="R835062dba9a345f5" /><Relationship Type="http://schemas.openxmlformats.org/officeDocument/2006/relationships/slide" Target="/ppt/slides/slide4.xml" Id="R8a525c841f65413e" /><Relationship Type="http://schemas.openxmlformats.org/officeDocument/2006/relationships/slide" Target="/ppt/slides/slide5.xml" Id="Rb0a282243b4a49b1" /><Relationship Type="http://schemas.openxmlformats.org/officeDocument/2006/relationships/slide" Target="/ppt/slides/slide6.xml" Id="Rb558aba15f524170" /><Relationship Type="http://schemas.openxmlformats.org/officeDocument/2006/relationships/slide" Target="/ppt/slides/slide7.xml" Id="Rb20166e6f0e14609" /><Relationship Type="http://schemas.openxmlformats.org/officeDocument/2006/relationships/slide" Target="/ppt/slides/slide8.xml" Id="Rde6d3bf6de824067" /><Relationship Type="http://schemas.openxmlformats.org/officeDocument/2006/relationships/slide" Target="/ppt/slides/slide9.xml" Id="R7c06cc38dc5146d7" /><Relationship Type="http://schemas.openxmlformats.org/officeDocument/2006/relationships/slide" Target="/ppt/slides/slide10.xml" Id="Re940ca7ef8084319" /><Relationship Type="http://schemas.openxmlformats.org/officeDocument/2006/relationships/slide" Target="/ppt/slides/slide11.xml" Id="R50f1143120d54786" /><Relationship Type="http://schemas.openxmlformats.org/officeDocument/2006/relationships/slide" Target="/ppt/slides/slide12.xml" Id="R01dbc5de96304f84" /><Relationship Type="http://schemas.openxmlformats.org/officeDocument/2006/relationships/slide" Target="/ppt/slides/slide13.xml" Id="R6b1703c05ad842c1" /><Relationship Type="http://schemas.openxmlformats.org/officeDocument/2006/relationships/slide" Target="/ppt/slides/slide14.xml" Id="Ra9bdec4b13d4465b" /><Relationship Type="http://schemas.openxmlformats.org/officeDocument/2006/relationships/slide" Target="/ppt/slides/slide15.xml" Id="R8b8d1946a4c94a5e" /><Relationship Type="http://schemas.openxmlformats.org/officeDocument/2006/relationships/slide" Target="/ppt/slides/slide16.xml" Id="R9824ce89aa864fbb" /><Relationship Type="http://schemas.openxmlformats.org/officeDocument/2006/relationships/slide" Target="/ppt/slides/slide17.xml" Id="Rb10a252ff32d40c6" /><Relationship Type="http://schemas.openxmlformats.org/officeDocument/2006/relationships/slide" Target="/ppt/slides/slide18.xml" Id="R9b1b430ca2fe4134" /><Relationship Type="http://schemas.openxmlformats.org/officeDocument/2006/relationships/slide" Target="/ppt/slides/slide19.xml" Id="R45b134d4bdce41cb" /><Relationship Type="http://schemas.openxmlformats.org/officeDocument/2006/relationships/slide" Target="/ppt/slides/slide20.xml" Id="R2f8b476d70f44a58" /><Relationship Type="http://schemas.openxmlformats.org/officeDocument/2006/relationships/slide" Target="/ppt/slides/slide21.xml" Id="R8bc0420a1f8b443e" /><Relationship Type="http://schemas.openxmlformats.org/officeDocument/2006/relationships/slide" Target="/ppt/slides/slide22.xml" Id="R0f009d112185436b" /><Relationship Type="http://schemas.openxmlformats.org/officeDocument/2006/relationships/slide" Target="/ppt/slides/slide23.xml" Id="R0518dc44b5b943a8" /><Relationship Type="http://schemas.openxmlformats.org/officeDocument/2006/relationships/slide" Target="/ppt/slides/slide24.xml" Id="R484fbc37e1ef4f41" /><Relationship Type="http://schemas.openxmlformats.org/officeDocument/2006/relationships/slide" Target="/ppt/slides/slide25.xml" Id="R3b7ebb87ed064eaa" /><Relationship Type="http://schemas.openxmlformats.org/officeDocument/2006/relationships/slide" Target="/ppt/slides/slide26.xml" Id="R8035260f2a3c41a9" /><Relationship Type="http://schemas.openxmlformats.org/officeDocument/2006/relationships/slide" Target="/ppt/slides/slide27.xml" Id="R52d9ab4d11eb40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19252e9ed4d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9e9b180ef46d2" /><Relationship Type="http://schemas.openxmlformats.org/officeDocument/2006/relationships/notesMaster" Target="/ppt/notesMasters/notesMaster1.xml" Id="R1c40d19dd5af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b03580a13d4943" /><Relationship Type="http://schemas.openxmlformats.org/officeDocument/2006/relationships/notesMaster" Target="/ppt/notesMasters/notesMaster1.xml" Id="Rd2c7e90f30324f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8e930142c54111" /><Relationship Type="http://schemas.openxmlformats.org/officeDocument/2006/relationships/notesMaster" Target="/ppt/notesMasters/notesMaster1.xml" Id="R9b6a6c418b454f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376d24171e466c" /><Relationship Type="http://schemas.openxmlformats.org/officeDocument/2006/relationships/notesMaster" Target="/ppt/notesMasters/notesMaster1.xml" Id="R710eab346836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3f78d7435f4375" /><Relationship Type="http://schemas.openxmlformats.org/officeDocument/2006/relationships/notesMaster" Target="/ppt/notesMasters/notesMaster1.xml" Id="R8e233c4ecf35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d42f4a85364526" /><Relationship Type="http://schemas.openxmlformats.org/officeDocument/2006/relationships/notesMaster" Target="/ppt/notesMasters/notesMaster1.xml" Id="R055305875f344e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174adc0c854ec2" /><Relationship Type="http://schemas.openxmlformats.org/officeDocument/2006/relationships/notesMaster" Target="/ppt/notesMasters/notesMaster1.xml" Id="Rdf66d6f51f52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d292bbdea34229" /><Relationship Type="http://schemas.openxmlformats.org/officeDocument/2006/relationships/notesMaster" Target="/ppt/notesMasters/notesMaster1.xml" Id="R7f96c52b51c44a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c7c67e13db4235" /><Relationship Type="http://schemas.openxmlformats.org/officeDocument/2006/relationships/notesMaster" Target="/ppt/notesMasters/notesMaster1.xml" Id="R9ef7ec6e8b1e45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39321530b3406b" /><Relationship Type="http://schemas.openxmlformats.org/officeDocument/2006/relationships/notesMaster" Target="/ppt/notesMasters/notesMaster1.xml" Id="R1343c57b051941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df85d6b519469c" /><Relationship Type="http://schemas.openxmlformats.org/officeDocument/2006/relationships/notesMaster" Target="/ppt/notesMasters/notesMaster1.xml" Id="Rbdae92a5494247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f7e871471c4cff" /><Relationship Type="http://schemas.openxmlformats.org/officeDocument/2006/relationships/notesMaster" Target="/ppt/notesMasters/notesMaster1.xml" Id="Rd2b7a4ab610d48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652bed25f74e42" /><Relationship Type="http://schemas.openxmlformats.org/officeDocument/2006/relationships/notesMaster" Target="/ppt/notesMasters/notesMaster1.xml" Id="R358f6ef3c4b448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fbf77db0bd45b1" /><Relationship Type="http://schemas.openxmlformats.org/officeDocument/2006/relationships/notesMaster" Target="/ppt/notesMasters/notesMaster1.xml" Id="R21ec3e37d93049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31dfcb52b0414b" /><Relationship Type="http://schemas.openxmlformats.org/officeDocument/2006/relationships/notesMaster" Target="/ppt/notesMasters/notesMaster1.xml" Id="R7b7f32d6d93146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6d2885f9994f4c" /><Relationship Type="http://schemas.openxmlformats.org/officeDocument/2006/relationships/notesMaster" Target="/ppt/notesMasters/notesMaster1.xml" Id="Rb925e79d7a8e4a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5859bb063d43ac" /><Relationship Type="http://schemas.openxmlformats.org/officeDocument/2006/relationships/notesMaster" Target="/ppt/notesMasters/notesMaster1.xml" Id="R88b9a702b27e4e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8ed5ff2b224583" /><Relationship Type="http://schemas.openxmlformats.org/officeDocument/2006/relationships/notesMaster" Target="/ppt/notesMasters/notesMaster1.xml" Id="Rf041898a38504c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b481ec64674592" /><Relationship Type="http://schemas.openxmlformats.org/officeDocument/2006/relationships/notesMaster" Target="/ppt/notesMasters/notesMaster1.xml" Id="R011294c2ae5244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9a147c497e4135" /><Relationship Type="http://schemas.openxmlformats.org/officeDocument/2006/relationships/notesMaster" Target="/ppt/notesMasters/notesMaster1.xml" Id="Re27e20e4dab144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53017e03684c51" /><Relationship Type="http://schemas.openxmlformats.org/officeDocument/2006/relationships/notesMaster" Target="/ppt/notesMasters/notesMaster1.xml" Id="R428de187c34f4d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62c307e2434383" /><Relationship Type="http://schemas.openxmlformats.org/officeDocument/2006/relationships/notesMaster" Target="/ppt/notesMasters/notesMaster1.xml" Id="Rd24759ae668d41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6842a606bd44ca" /><Relationship Type="http://schemas.openxmlformats.org/officeDocument/2006/relationships/notesMaster" Target="/ppt/notesMasters/notesMaster1.xml" Id="R554bb9a72c154c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a82c0185024de1" /><Relationship Type="http://schemas.openxmlformats.org/officeDocument/2006/relationships/notesMaster" Target="/ppt/notesMasters/notesMaster1.xml" Id="R6439d0203ecd44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78b972b2ec456d" /><Relationship Type="http://schemas.openxmlformats.org/officeDocument/2006/relationships/notesMaster" Target="/ppt/notesMasters/notesMaster1.xml" Id="R7fbfb6bbabe047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eabc48fdf74454" /><Relationship Type="http://schemas.openxmlformats.org/officeDocument/2006/relationships/notesMaster" Target="/ppt/notesMasters/notesMaster1.xml" Id="Rd1848a2c32de40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79523aa28a4347" /><Relationship Type="http://schemas.openxmlformats.org/officeDocument/2006/relationships/notesMaster" Target="/ppt/notesMasters/notesMaster1.xml" Id="R21ad036700cb45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 0~5분 실제 10만 행 결과, 5~10분 수행평가 흐름과 도구 역할, 10~20분 Python, 20~30분 Node.js와 OpenCode, 30~41분 VS Code·연결, 41~45분 첫 읽기 요청과 확인.</a:t>
            </a:r>
          </a:p>
          <a:p xmlns:a="http://schemas.openxmlformats.org/drawingml/2006/main">
            <a:r>
              <a:t>설치된 학생은 재설치하지 않는다. 설치 오류는 공동강사가 개별 처리하고 전체 설명은 다음 슬라이드로 진행한다.</a:t>
            </a:r>
          </a:p>
          <a:p xmlns:a="http://schemas.openxmlformats.org/drawingml/2006/main">
            <a:r>
              <a:t>첫 문장: 오늘은 설치 목록부터 외우지 않습니다. 먼저 우리가 이 도구로 무엇을 할 수 있는지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왼쪽 탐색기의 sample 폴더를 보여 주고, 화면 아래의 100000행·9열·빈 값 0개를 가리킨다.</a:t>
            </a:r>
          </a:p>
          <a:p xmlns:a="http://schemas.openxmlformats.org/drawingml/2006/main">
            <a:r>
              <a:t>대본: 지금 코드를 읽으라는 뜻이 아닙니다. 많은 기록도 코딩으로 한 번에 읽고 상태를 확인할 수 있다는 실제 실행 화면입니다.</a:t>
            </a:r>
          </a:p>
          <a:p xmlns:a="http://schemas.openxmlformats.org/drawingml/2006/main">
            <a:r>
              <a:t>Jupyter라는 이름이나 사용법은 설명하지 않는다. 완성된 작업 과정을 보여 주는 미리보기다.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교과서_배포/assets/img/02-1-01-vscode-execution.png</a:t>
            </a:r>
          </a:p>
          <a:p xmlns:a="http://schemas.openxmlformats.org/drawingml/2006/main">
            <a:r>
              <a:t>- Local data: 교과서_배포/02/sample/data/01_festival_booth_activity.csv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그림은 같은 Notebook 실행에서 저장한 대시보드 이미지다. 실제 VS Code에서는 그래프 코드를 실행하면 차트가 해당 셀 바로 아래에 먼저 나타난다. savefig처럼 저장 명령을 사용하면 같은 결과를 PNG 파일로 남길 수도 있다.</a:t>
            </a:r>
          </a:p>
          <a:p xmlns:a="http://schemas.openxmlformats.org/drawingml/2006/main">
            <a:r>
              <a:t>대본: 그래프가 이미지 파일로만 나오는 것이 아닙니다. Notebook 안에서 바로 확인하고, 크게 보여 주거나 제출할 필요가 있을 때 이미지로 저장할 수 있습니다. 수행평가에서는 교사가 지정한 그래프 한 개만 완성합니다.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교과서_배포/assets/img/02-1-01-festival-dashboard.png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다섯 동작을 한 번 같이 읽게 한다. 이 수업에서 반복할 기본 습관임을 강조한다.</a:t>
            </a:r>
          </a:p>
          <a:p xmlns:a="http://schemas.openxmlformats.org/drawingml/2006/main">
            <a:r>
              <a:t>대본: AI가 그리는 일을 도울 수 있지만, 요구한 결과인지 판단하고 제출하는 책임은 여러분에게 있습니다.</a:t>
            </a:r>
          </a:p>
          <a:p xmlns:a="http://schemas.openxmlformats.org/drawingml/2006/main">
            <a:r>
              <a:t>파일명·배점·실제 CSV는 수행평가 차시에 다시 안내한다. 오늘은 흐름만 기억하게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 이름보다 역할과 설치 순서를 연결한다. Python은 코드를 실행할 언어와 환경, OpenCode는 자연어로 AI에게 요청하는 도구, VS Code는 파일·코드·대화를 함께 보는 작업 공간이다.</a:t>
            </a:r>
          </a:p>
          <a:p xmlns:a="http://schemas.openxmlformats.org/drawingml/2006/main">
            <a:r>
              <a:t>Node.js는 OpenCode 설치에 필요한 npm을 준비하는 수단이라고만 말한다. JavaScript 설명으로 넓히지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주소창의 python.org를 먼저 확인하게 한다. 설치 버튼보다 공식 사이트 식별이 먼저다.</a:t>
            </a:r>
          </a:p>
          <a:p xmlns:a="http://schemas.openxmlformats.org/drawingml/2006/main">
            <a:r>
              <a:t>학교 PC가 64비트 Windows라는 전제로 교과서와 같은 항목을 찾는다. 화면이 달라졌다면 버전을 임의로 고르지 말고 손을 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https://www.python.org/downloads/windows/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 Windows 화면을 확보하지 못한 경우 설치 창을 길게 설명하지 않는다. 현재 학생 화면과 교과서 순서를 맞추고, 다른 화면은 공동강사가 확인한다.</a:t>
            </a:r>
          </a:p>
          <a:p xmlns:a="http://schemas.openxmlformats.org/drawingml/2006/main">
            <a:r>
              <a:t>왜 새 PowerShell을 여는가: 새로 설치된 프로그램 위치를 새 창이 다시 읽게 하기 위해서라고 간단히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명령을 외워서 치게 하지 않는다. 교과서나 PPT를 보고 정확히 입력하게 한다.</a:t>
            </a:r>
          </a:p>
          <a:p xmlns:a="http://schemas.openxmlformats.org/drawingml/2006/main">
            <a:r>
              <a:t>대본: --version은 설치된 너의 판 번호를 알려 달라는 뜻입니다. 번호가 보이면 Python이 우리 질문에 답한 겁니다.</a:t>
            </a:r>
          </a:p>
          <a:p xmlns:a="http://schemas.openxmlformats.org/drawingml/2006/main">
            <a:r>
              <a:t>명령을 찾지 못하면 오타를 한 번 확인하고, PowerShell을 완전히 닫아 새로 연 뒤 다시 시도한다.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 정의를 먼저 암기시키지 않는다. 방금 한 행동에 이름을 붙이는 순서로 설명한다.</a:t>
            </a:r>
          </a:p>
          <a:p xmlns:a="http://schemas.openxmlformats.org/drawingml/2006/main">
            <a:r>
              <a:t>질문 예상: 왜 버튼으로 하면 안 되나요? 답: 버튼이 편한 일도 있고 글자가 빠르고 정확한 일도 있습니다. 오늘은 설치 확인과 AI 실행에만 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PowerShell에 node --version, npm --version, opencode --version을 차례로 입력한다.</a:t>
            </a:r>
          </a:p>
          <a:p xmlns:a="http://schemas.openxmlformats.org/drawingml/2006/main">
            <a:r>
              <a:t>세 버전이 모두 보이면 Node.js와 OpenCode 설치 슬라이드를 건너뛴다. node 또는 npm이 없으면 Node.js부터, opencode만 없으면 OpenCode만 설치한다.</a:t>
            </a:r>
          </a:p>
          <a:p xmlns:a="http://schemas.openxmlformats.org/drawingml/2006/main">
            <a:r>
              <a:t>npm은 Node.js와 함께 오는 설치 도구라고만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 버전 번호가 보인 학생은 옆 사람 컴퓨터를 대신 조작하지 않는다. 교과서 3쪽의 도구 관계를 다시 읽게 한다.</a:t>
            </a:r>
          </a:p>
          <a:p xmlns:a="http://schemas.openxmlformats.org/drawingml/2006/main">
            <a:r>
              <a:t>설치가 필요한 학생만 nodejs.org의 LTS와 Windows x64 설치 파일을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https://nodejs.org/en/download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버전 번호 끝자리는 학생마다 달라도 된다. 오류 문구가 아니라 두 개의 번호가 보이는지만 확인한다.</a:t>
            </a:r>
          </a:p>
          <a:p xmlns:a="http://schemas.openxmlformats.org/drawingml/2006/main">
            <a:r>
              <a:t>한 학생의 설치가 오래 걸리면 공동강사가 이어서 돕고, 전체는 OpenCode 역할 설명으로 넘어간다.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OpenCode는 허용한 프로젝트 폴더 안의 파일을 읽고 만들거나 고치는 AI 도구라고 설명한다.</a:t>
            </a:r>
          </a:p>
          <a:p xmlns:a="http://schemas.openxmlformats.org/drawingml/2006/main">
            <a:r>
              <a:t>설치 명령은 공식 안내 또는 교과서에서 복사한다. 학생이 검색 결과의 임의 블로그 명령을 사용하지 않게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명령을 실행한 직후 화면이 빠르게 움직여도 정상이라고 미리 말한다. 끝났는지는 다시 입력할 수 있는 줄이 나타나는지로 본다.</a:t>
            </a:r>
          </a:p>
          <a:p xmlns:a="http://schemas.openxmlformats.org/drawingml/2006/main">
            <a:r>
              <a:t>빨간 오류가 보이면 연속해서 명령을 다시 실행하지 말고 손을 들게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 실행 전에 버전 번호가 보이는지만 확인한다. 번호가 선생님과 완전히 같을 필요는 없다.</a:t>
            </a:r>
          </a:p>
          <a:p xmlns:a="http://schemas.openxmlformats.org/drawingml/2006/main">
            <a:r>
              <a:t>연결과 모델 선택은 sample 폴더를 VS Code로 연 뒤 진행한다. 명령을 찾지 못하면 PowerShell을 완전히 닫고 새로 열어 다시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설치된 학생은 이 슬라이드를 바로 건너뛴다. npm.ps1 cannot be loaded because running scripts is disabled와 같은 문구가 실제로 나온 학생만 교과서의 명령을 한 번 실행한다.</a:t>
            </a:r>
          </a:p>
          <a:p xmlns:a="http://schemas.openxmlformats.org/drawingml/2006/main">
            <a:r>
              <a:t>같은 오류가 계속되면 보안 설정을 더 낮추지 않고 교사가 화면을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https://learn.microsoft.com/en-us/powershell/module/microsoft.powershell.security/set-executionpolicy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시작 메뉴에서 Visual Studio Code를 먼저 찾는다. 실행되면 재설치하지 않는다.</a:t>
            </a:r>
          </a:p>
          <a:p xmlns:a="http://schemas.openxmlformats.org/drawingml/2006/main">
            <a:r>
              <a:t>없는 학생만 code.visualstudio.com의 Windows User Installer x64를 사용한다. Add to PATH가 보이면 체크한다.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sample 폴더가 열린 화면이다. 번호 순서대로 ① 탐색기, ② 편집기, ③ 터미널, ④ 확장을 가리킨다.</a:t>
            </a:r>
          </a:p>
          <a:p xmlns:a="http://schemas.openxmlformats.org/drawingml/2006/main">
            <a:r>
              <a:t>모든 메뉴 이름을 외우게 하지 않는다. 오늘 사용할 네 부분만 찾으면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교과서_배포/assets/img/02-1-vscode-anatomy.png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확장은 VS Code에 기능을 더하는 작은 도구라고 설명한다. 이번에는 Python 파일 실행 버튼을 쓰기 위해 설치한다.</a:t>
            </a:r>
          </a:p>
          <a:p xmlns:a="http://schemas.openxmlformats.org/drawingml/2006/main">
            <a:r>
              <a:t>학생이 확장 검색 결과에서 Microsoft 게시자를 확인하게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https://marketplace.visualstudio.com/items?itemName=ms-python.python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하나만 더블클릭하지 않고 파일 → 폴더 열기로 sample 폴더 전체를 연다. 왼쪽 탐색기에 code, data, notebooks, output이 보이는지 확인한다.</a:t>
            </a:r>
          </a:p>
          <a:p xmlns:a="http://schemas.openxmlformats.org/drawingml/2006/main">
            <a:r>
              <a:t>대본: AI가 어디까지 볼 수 있는지는 우리가 연 폴더로 정합니다. 개인 폴더가 아니라 수업용 sample 폴더만 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교과서_배포/assets/img/02-1-01-vscode-execution.png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모두 sample 폴더를 연 뒤 터미널 → 새 터미널을 누르고 opencode를 입력한다.</a:t>
            </a:r>
          </a:p>
          <a:p xmlns:a="http://schemas.openxmlformats.org/drawingml/2006/main">
            <a:r>
              <a:t>CLI 공포를 줄이는 핵심 문장: 지금부터는 명령을 계속 외우는 시간이 아니라, 이 창에서 AI에게 말을 거는 시간입니다. 다음 슬라이드에서 제공자를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캡처에서 /connect와 OpenCode Zen (Recommended)을 가리킨다. 학생은 수업 당일 교사가 지정한 제공자만 선택한다.</a:t>
            </a:r>
          </a:p>
          <a:p xmlns:a="http://schemas.openxmlformats.org/drawingml/2006/main">
            <a:r>
              <a:t>이 화면 다음에 계정·키·결제 관련 화면이 나올 수 있다. 결제정보를 요구하면 학생이 직접 진행하지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교과서_배포/assets/img/02-1-07-opencode-connect.png</a:t>
            </a:r>
          </a:p>
          <a:p xmlns:a="http://schemas.openxmlformats.org/drawingml/2006/main">
            <a:r>
              <a:t>- https://opencode.ai/docs/providers/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특강에서 사용한 것과 같은 OpenCode Zen 연결 절차다. opencode.ai/zen에 로그인한 뒤 왼쪽 API 키 메뉴에서 API 키 생성을 누르고 새 키를 복사한다.</a:t>
            </a:r>
          </a:p>
          <a:p xmlns:a="http://schemas.openxmlformats.org/drawingml/2006/main">
            <a:r>
              <a:t>OpenCode로 돌아와 API key라고 표시된 전용 입력칸에만 붙여넣는다. 실제 키는 화면 공유·캡처·교과서·제출물에 남기지 않는다. 카드나 결제정보가 나오면 학생은 진행하지 않고 교사에게 알린다.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special-lecture asset: imgs/12b_copy_opencode_apikey.png</a:t>
            </a:r>
          </a:p>
          <a:p xmlns:a="http://schemas.openxmlformats.org/drawingml/2006/main">
            <a:r>
              <a:t>- Local special-lecture asset: imgs/13_paste_opencode_apikey.png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특강에서 사용한 것과 같은 DeepSeek V4 Flash Free를 선택한다. /models를 입력하고 free를 검색한 뒤 이름 끝에 Free가 붙은 DeepSeek 항목을 고른다.</a:t>
            </a:r>
          </a:p>
          <a:p xmlns:a="http://schemas.openxmlformats.org/drawingml/2006/main">
            <a:r>
              <a:t>무료 모델 목록과 세부 이름은 바뀔 수 있으므로 수업 직전에 교사가 실제 목록을 확인한다. 카드나 결제정보가 필요한 항목은 선택하지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special-lecture asset: imgs/16_select_model_second.png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두 문장을 그대로 입력하게 한다: 현재 폴더의 이름과 보이는 파일 수만 알려 줘. 아직 파일을 만들거나 수정하지 마.</a:t>
            </a:r>
          </a:p>
          <a:p xmlns:a="http://schemas.openxmlformats.org/drawingml/2006/main">
            <a:r>
              <a:t>코드를 만들어 달라고 하지 않는다. 첫 요청은 OpenCode가 현재 sample 폴더를 제대로 보고 있는지 확인하는 읽기 전용 요청이다.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OpenCode의 답을 읽은 뒤 VS Code 탐색기의 sample 이름과 파일 수를 직접 비교한다. 새 파일이 생기거나 기존 파일이 바뀌지 않았는지도 본다.</a:t>
            </a:r>
          </a:p>
          <a:p xmlns:a="http://schemas.openxmlformats.org/drawingml/2006/main">
            <a:r>
              <a:t>대본: AI가 답했다고 확인이 끝난 것이 아닙니다. 실제 화면과 맞는지 판단하는 사람이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Python, OpenCode, VS Code는 각각 무엇을 돕나요? 설치 여부는 무엇으로 확인했나요?</a:t>
            </a:r>
          </a:p>
          <a:p xmlns:a="http://schemas.openxmlformats.org/drawingml/2006/main">
            <a:r>
              <a:t>완전한 정의보다 역할 연결과 확인 행동을 듣는다. 남은 시간이 없으면 첫 요청은 다음 수업 시작으로 넘길 수 있지만, 제공자 연결과 결제 중단 기준은 반드시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4b14c172a4f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ea9c4d9b04b0d" /><Relationship Type="http://schemas.openxmlformats.org/officeDocument/2006/relationships/slideLayout" Target="/ppt/slideLayouts/slideLayout1.xml" Id="R9615578726f048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5578726f048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9cddb2c1241e2" /><Relationship Type="http://schemas.openxmlformats.org/officeDocument/2006/relationships/notesSlide" Target="/ppt/notesSlides/notesSlide1.xml" Id="R1cd5f77679064a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66ab9e4a94eb3" /><Relationship Type="http://schemas.openxmlformats.org/officeDocument/2006/relationships/image" Target="/ppt/media/image.png" Id="Rabe8314eaf5a45d6" /><Relationship Type="http://schemas.openxmlformats.org/officeDocument/2006/relationships/notesSlide" Target="/ppt/notesSlides/notesSlide2.xml" Id="R683b553d1c3249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1f5aec06e450e" /><Relationship Type="http://schemas.openxmlformats.org/officeDocument/2006/relationships/image" Target="/ppt/media/image2.png" Id="R4ef4492928f24143" /><Relationship Type="http://schemas.openxmlformats.org/officeDocument/2006/relationships/notesSlide" Target="/ppt/notesSlides/notesSlide3.xml" Id="R65f0de0458704b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004a6fe91498c" /><Relationship Type="http://schemas.openxmlformats.org/officeDocument/2006/relationships/notesSlide" Target="/ppt/notesSlides/notesSlide4.xml" Id="Rfefc747847dd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dda1de6042f6" /><Relationship Type="http://schemas.openxmlformats.org/officeDocument/2006/relationships/notesSlide" Target="/ppt/notesSlides/notesSlide5.xml" Id="R7991ee9dad3f41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19bb4c7844068" /><Relationship Type="http://schemas.openxmlformats.org/officeDocument/2006/relationships/image" Target="/ppt/media/image.jpeg" Id="R76793cc74a5e4f87" /><Relationship Type="http://schemas.openxmlformats.org/officeDocument/2006/relationships/notesSlide" Target="/ppt/notesSlides/notesSlide6.xml" Id="R8dfc2d44c8f1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325b801f346f2" /><Relationship Type="http://schemas.openxmlformats.org/officeDocument/2006/relationships/notesSlide" Target="/ppt/notesSlides/notesSlide7.xml" Id="R52cd50538e6440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5c5be072a4858" /><Relationship Type="http://schemas.openxmlformats.org/officeDocument/2006/relationships/image" Target="/ppt/media/image3.png" Id="R9bc5e58c44064a5f" /><Relationship Type="http://schemas.openxmlformats.org/officeDocument/2006/relationships/notesSlide" Target="/ppt/notesSlides/notesSlide8.xml" Id="R63c3c54af271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2ad47aefa46d1" /><Relationship Type="http://schemas.openxmlformats.org/officeDocument/2006/relationships/notesSlide" Target="/ppt/notesSlides/notesSlide9.xml" Id="R574cae99a6c643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99d70502148a1" /><Relationship Type="http://schemas.openxmlformats.org/officeDocument/2006/relationships/image" Target="/ppt/media/image4.png" Id="R31db8857c5a542ec" /><Relationship Type="http://schemas.openxmlformats.org/officeDocument/2006/relationships/notesSlide" Target="/ppt/notesSlides/notesSlide10.xml" Id="R6a54db37a2774e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3f62a50cf417c" /><Relationship Type="http://schemas.openxmlformats.org/officeDocument/2006/relationships/image" Target="/ppt/media/image2.jpeg" Id="R1161db6e7d6b4103" /><Relationship Type="http://schemas.openxmlformats.org/officeDocument/2006/relationships/notesSlide" Target="/ppt/notesSlides/notesSlide11.xml" Id="R9b17980c989a47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5d7cffb0346d1" /><Relationship Type="http://schemas.openxmlformats.org/officeDocument/2006/relationships/image" Target="/ppt/media/image5.png" Id="Rc347192d0d834287" /><Relationship Type="http://schemas.openxmlformats.org/officeDocument/2006/relationships/notesSlide" Target="/ppt/notesSlides/notesSlide12.xml" Id="Rc2158f7c282f4c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c4a90644d438c" /><Relationship Type="http://schemas.openxmlformats.org/officeDocument/2006/relationships/image" Target="/ppt/media/image3.jpeg" Id="Rd0ccb765ced249ad" /><Relationship Type="http://schemas.openxmlformats.org/officeDocument/2006/relationships/notesSlide" Target="/ppt/notesSlides/notesSlide13.xml" Id="R97c945bade2941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98afe239d43f4" /><Relationship Type="http://schemas.openxmlformats.org/officeDocument/2006/relationships/image" Target="/ppt/media/image6.png" Id="R334e01641c964935" /><Relationship Type="http://schemas.openxmlformats.org/officeDocument/2006/relationships/notesSlide" Target="/ppt/notesSlides/notesSlide14.xml" Id="R7cdb4993e40a42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61892ca894abe" /><Relationship Type="http://schemas.openxmlformats.org/officeDocument/2006/relationships/image" Target="/ppt/media/image7.png" Id="R0dc1a2d7c5844f58" /><Relationship Type="http://schemas.openxmlformats.org/officeDocument/2006/relationships/notesSlide" Target="/ppt/notesSlides/notesSlide15.xml" Id="R03e487706b1943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6ed2abcb4174" /><Relationship Type="http://schemas.openxmlformats.org/officeDocument/2006/relationships/notesSlide" Target="/ppt/notesSlides/notesSlide16.xml" Id="R0886ab26ebd94d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3fe1a079542bf" /><Relationship Type="http://schemas.openxmlformats.org/officeDocument/2006/relationships/image" Target="/ppt/media/image4.jpeg" Id="R80fa12c036e24894" /><Relationship Type="http://schemas.openxmlformats.org/officeDocument/2006/relationships/notesSlide" Target="/ppt/notesSlides/notesSlide17.xml" Id="Rcb4ed65c564041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d6da5787643cd" /><Relationship Type="http://schemas.openxmlformats.org/officeDocument/2006/relationships/image" Target="/ppt/media/image8.png" Id="R09978a23c99949e3" /><Relationship Type="http://schemas.openxmlformats.org/officeDocument/2006/relationships/notesSlide" Target="/ppt/notesSlides/notesSlide18.xml" Id="Rcad656582df045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d18a646724654" /><Relationship Type="http://schemas.openxmlformats.org/officeDocument/2006/relationships/image" Target="/ppt/media/image5.jpeg" Id="Rd8f9d44b795c4701" /><Relationship Type="http://schemas.openxmlformats.org/officeDocument/2006/relationships/notesSlide" Target="/ppt/notesSlides/notesSlide19.xml" Id="R49e70fbf159843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9bfbfeb434aef" /><Relationship Type="http://schemas.openxmlformats.org/officeDocument/2006/relationships/image" Target="/ppt/media/image9.png" Id="R173efa22b0644c7f" /><Relationship Type="http://schemas.openxmlformats.org/officeDocument/2006/relationships/notesSlide" Target="/ppt/notesSlides/notesSlide20.xml" Id="R14228b3869f941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5c74d6384d45" /><Relationship Type="http://schemas.openxmlformats.org/officeDocument/2006/relationships/notesSlide" Target="/ppt/notesSlides/notesSlide21.xml" Id="R9c70ea66e2c246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4429ded76495e" /><Relationship Type="http://schemas.openxmlformats.org/officeDocument/2006/relationships/image" Target="/ppt/media/image10.png" Id="R9693c76531a34efa" /><Relationship Type="http://schemas.openxmlformats.org/officeDocument/2006/relationships/notesSlide" Target="/ppt/notesSlides/notesSlide22.xml" Id="R75a15775c42d425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4b8d494494977" /><Relationship Type="http://schemas.openxmlformats.org/officeDocument/2006/relationships/image" Target="/ppt/media/image11.png" Id="R187f759da3714176" /><Relationship Type="http://schemas.openxmlformats.org/officeDocument/2006/relationships/image" Target="/ppt/media/image12.png" Id="R6772db84b53b45f3" /><Relationship Type="http://schemas.openxmlformats.org/officeDocument/2006/relationships/notesSlide" Target="/ppt/notesSlides/notesSlide23.xml" Id="R9c0cf4529caf48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5a82b32f64bb6" /><Relationship Type="http://schemas.openxmlformats.org/officeDocument/2006/relationships/image" Target="/ppt/media/image13.png" Id="R9b1a933441d04069" /><Relationship Type="http://schemas.openxmlformats.org/officeDocument/2006/relationships/notesSlide" Target="/ppt/notesSlides/notesSlide24.xml" Id="R00bcf00ad1dc47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84a3abca468d" /><Relationship Type="http://schemas.openxmlformats.org/officeDocument/2006/relationships/notesSlide" Target="/ppt/notesSlides/notesSlide25.xml" Id="Ra4319246d19147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8e88ff524bf7" /><Relationship Type="http://schemas.openxmlformats.org/officeDocument/2006/relationships/notesSlide" Target="/ppt/notesSlides/notesSlide26.xml" Id="R1ce0dbd75aee4e6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29d1dd63a4160" /><Relationship Type="http://schemas.openxmlformats.org/officeDocument/2006/relationships/notesSlide" Target="/ppt/notesSlides/notesSlide27.xml" Id="Rff19c534f81b44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개발 도구 설치와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먼저 결과를 보고, 코딩에 필요한 도구를 하나씩 준비합니다.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교과서 02-1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100,000행의 기록을 실제로 읽어 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실제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100,000행 · 9열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확인할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빈 값 0개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코드를 외우기보다 실행 결과를 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8314eaf5a45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차트는 Notebook 셀 아래에 바로 나타납니다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Notebook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100,000개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저장할 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PNG 이미지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수행평가는 지정 그래프 1개입니다.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4492928f241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수행평가 1에서는 이 다섯 동작을 반복합니다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표 확인 → AI 요청 → 실행 → 원본 비교 → 기록·제출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항목과 숫자를 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필요한 그래프를 말한다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AI가 만든 코드를 돌린다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원본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숫자·제목·축을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기록·제출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과정을 Notebook에 남긴다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대시보드 전체가 아니라, 교사가 지정한 그래프 한 개를 완성합니다.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코딩 도구는 서로 다른 일을 나누어 맡습니다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 순서대로 역할을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코드를 실행할 언어와 실행 환경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자연어 요청을 코드 작업으로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2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파일·코드·대화를 보는 작업 공간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Python 준비 → OpenCode 준비 → VS Code에서 함께 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3쪽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공식 사이트에서 Windows 설치 파일을 받습니다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지금 할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3.13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누를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Windows installer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(64-bit)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검색 결과가 아니라 python.org인지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93cc74a5e4f87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설치는 세 단계만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 파일 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브라우저 다운로드 목록에서 실행합니다.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기본 설치 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교사가 안내한 항목만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PowerShell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설치 뒤 창을 닫고 다시 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설치 화면이 다르면 임의로 누르지 말고, 현재 화면을 그대로 보여 주세요.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4쪽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Python에게 설치된 버전을 물어봅니다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3.13.x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정확한 끝자리보다 Python 3.13으로 시작하는지 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5쪽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5e58c44064a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방금 한 행동이 CLI입니다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GUI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버튼으로 조작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사이트에서 설치 파일을 받고, 화면의 버튼을 눌렀습니다.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글자로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python --version을 적고, 프로그램의 응답을 읽었습니다.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AI와 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잠시 뒤 같은 자리에서 OpenCode와 자연어로 대화합니다.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CLI는 검은 화면 시험장이 아니라, 프로그램에 글자로 요청하고 답을 읽는 방식입니다.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5쪽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Node.js와 OpenCode가 있는지 먼저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세 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node · npm · opencode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설치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없는 것만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세 번호가 보이면 설치 단계를 건너뜁니다.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b8857c5a542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번호가 보이지 않는 학생만 Node.js를 설치합니다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지금 할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LTS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Windows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x64 · .msi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설치가 끝나면 PowerShell을 새로 엽니다.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1db6e7d6b4103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PowerShell에서 두 버전을 다시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두 줄 모두 번호가 보이면 OpenCode를 설치할 준비가 됐습니다.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7192d0d8342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공식 안내에서 설치 명령을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OpenCode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바이브코딩 AI 도구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설치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명령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명령은 외우지 않고 공식 문서에서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cb765ced249ad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 로그가 멈추고 입력 줄이 돌아오면 끝입니다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install -g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opencode-ai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진행 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글자가 지나갑니다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모든 로그를 읽거나 외울 필요는 없습니다.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e01641c9649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OpenCode도 버전 번호로 설치를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성공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번호가 보임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명령을 찾지 못하면 PowerShell을 새로 열고 다시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1a2d7c5844f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 오류가 나온 학생만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정확한 오류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running scripts is disabled 문구인지 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명령 한 번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교과서 9쪽의 정책 명령을 그대로 입력합니다.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다시 막히면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보안을 더 낮추지 말고 교사에게 화면을 보여 줍니다.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Set-ExecutionPolicy -Scope CurrentUser -ExecutionPolicy RemoteSigned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9쪽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Code가 없다면 공식 Windows 설치 파일을 받습니다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먼저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시작 메뉴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없을 때만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Windows x64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이미 설치되어 있으면 다시 설치하지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10쪽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a12c036e24894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실제 VS Code 화면에서 네 부분을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탐색기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폴더와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편집기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코드와 실행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왼쪽 활동 표시줄에서 확장을 열고, 터미널은 다음 단계에서 엽니다.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11쪽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78a23c99949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확장은 게시자까지 확인하고 설치합니다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검색어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게시자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Microsoft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이름이 같아도 게시자가 다르면 설치하지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9d44b795c4701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하나가 아니라 sample 폴더 전체를 엽니다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메뉴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→ 폴더 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확인할 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왼쪽 sample 탐색기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개인 폴더가 아니라 내려받은 sample 폴더만 엽니다.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13쪽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efa22b0644c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 안에서 OpenCode를 시작합니다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폴더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탐색기에 week02가 보이는지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터미널 열기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터미널 → 새 터미널을 누릅니다.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교과서를 보고 한 줄을 입력합니다.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검은 화면이지만, 이제부터는 AI 채팅처럼 자연어로 대화합니다.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13쪽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먼저 /connect에서 수업용 제공자를 고릅니다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13쪽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3c76531a34efa"/>
          <a:stretch xmlns:a="http://schemas.openxmlformats.org/drawingml/2006/main"/>
        </p:blipFill>
        <p:spPr>
          <a:xfrm xmlns:a="http://schemas.openxmlformats.org/drawingml/2006/main">
            <a:off x="535517" y="1819275"/>
            <a:ext cx="6891867" cy="3876675"/>
          </a:xfrm>
          <a:prstGeom xmlns:a="http://schemas.openxmlformats.org/drawingml/2006/main" prst="roundRect">
            <a:avLst>
              <a:gd name="adj" fmla="val 2948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CB4CD-DD68-4D1C-B95F-F604FBB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294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79744-2C3E-4740-86FB-F937434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/connect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CAB7D-7585-4C1E-A491-4B383EA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1. 명령을 입력합니다.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2. 교사가 지정한 제공자를 찾습니다.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3. Enter로 선택합니다.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196871-F0C4-4CBC-8106-C34395F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제공자 이름과 연결 방식은 바뀔 수 있습니다. 수업 당일 교사의 안내를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Zen에서 API 키를 만들고 OpenCode에 붙여넣습니다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14쪽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f759da3714176"/>
          <a:stretch xmlns:a="http://schemas.openxmlformats.org/drawingml/2006/main"/>
        </p:blipFill>
        <p:spPr>
          <a:xfrm xmlns:a="http://schemas.openxmlformats.org/drawingml/2006/main">
            <a:off x="533400" y="1794363"/>
            <a:ext cx="7143750" cy="2659673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2db84b53b45f3"/>
          <a:stretch xmlns:a="http://schemas.openxmlformats.org/drawingml/2006/main"/>
        </p:blipFill>
        <p:spPr>
          <a:xfrm xmlns:a="http://schemas.openxmlformats.org/drawingml/2006/main">
            <a:off x="8040546" y="1790700"/>
            <a:ext cx="3540408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03B8F-D46B-4AB6-9E81-BC42605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1. OpenCode Zen → API 키 → API 키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DEC89-39EA-4096-9D88-48708F3D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새 키를 만든 뒤 Copy로 한 번 복사합니다.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5ED83-296E-4E36-8D6E-B8E25E1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2. 전용 입력칸에 붙여넣기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524FC-9C58-4B2A-B735-3B2A0BA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3543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E"/>
          </a:solidFill>
          <a:ln xmlns:a="http://schemas.openxmlformats.org/drawingml/2006/main" w="9525">
            <a:solidFill>
              <a:srgbClr val="FFB3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98CAAE-A9B3-4662-83A7-1B128904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rPr>
              <a:t>키가 보이는 화면은 캡처하지 않습니다.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rPr>
              <a:t>카드·결제정보가 나오면 멈춥니다.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무료 모델 DeepSeek V4 Flash를 선택합니다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14쪽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a933441d04069"/>
          <a:stretch xmlns:a="http://schemas.openxmlformats.org/drawingml/2006/main"/>
        </p:blipFill>
        <p:spPr>
          <a:xfrm xmlns:a="http://schemas.openxmlformats.org/drawingml/2006/main" flipH="0" flipV="0">
            <a:off x="535517" y="1819275"/>
            <a:ext cx="6891867" cy="3876675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87A52-A13E-414D-B5C2-07CCE8D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294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7769F-663E-4851-927E-952CBB4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/models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A0EBC-CD47-4873-96ED-AC06CEE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1. free를 검색합니다.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2. DeepSeek V4 Flash Free를 고릅니다.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3. 이름 끝의 Free를 확인합니다.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C32AC-CE1A-4C4B-9B3A-7A4D3BB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특강과 같은 모델입니다. 목록이 바뀌면 교사가 확인한 Free DeepSeek를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첫 요청은 파일을 바꾸지 않고 읽기만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요청 복사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현재 폴더의 이름과 보이는 파일 수만 알려 줘.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수정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아직 파일을 만들거나 수정하지 마.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Enter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답을 받은 뒤 바로 믿지 않고 탐색기를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첫 요청의 목적은 OpenCode가 sample 폴더를 제대로 보고 있는지 확인하는 것입니다.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15쪽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AI의 답은 실제 탐색기와 비교합니다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폴더 이름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AI가 말한 이름과 VS Code의 이름이 같은가?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AI가 말한 수와 탐색기에 보이는 수가 같은가?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새 파일이 생기거나 기존 파일이 바뀌지 않았는가?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답을 얻는 것으로 끝내지 않고, 실제 화면에서 맞는지 확인합니다.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15쪽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설치가 끝나면 다음 수업으로 이어집니다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오늘 확인한 네 가지 준비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Python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OpenCode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VS Code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첫 요청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설치 확인 → 연결 확인 → 폴더 확인 → 읽기 요청 → 실제 파일 대조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준비된 Python 파일로 숫자·글자·변수·계산 결과를 읽습니다.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16쪽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2026-08-30T16:35:49.7130000Z</dcterms:created>
  <dcterms:modified xsi:type="dcterms:W3CDTF">2026-08-30T16:35:49.7130000Z</dcterms:modified>
</coreProperties>
</file>