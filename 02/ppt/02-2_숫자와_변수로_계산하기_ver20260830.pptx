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28c823ba14332" /><Relationship Type="http://schemas.openxmlformats.org/officeDocument/2006/relationships/extended-properties" Target="/docProps/app.xml" Id="Rb49662af23614074" /><Relationship Type="http://schemas.openxmlformats.org/officeDocument/2006/relationships/officeDocument" Target="/ppt/presentation.xml" Id="Rb147edbd800d48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e65aa230f4ae1"/>
  </p:sldMasterIdLst>
  <p:notesMasterIdLst>
    <p:notesMasterId xmlns:r="http://schemas.openxmlformats.org/officeDocument/2006/relationships" r:id="Rdba9639227224b28"/>
  </p:notesMasterIdLst>
  <p:sldIdLst>
    <p:sldId xmlns:r="http://schemas.openxmlformats.org/officeDocument/2006/relationships" id="256" r:id="Rcb29f4132bcf472f"/>
    <p:sldId xmlns:r="http://schemas.openxmlformats.org/officeDocument/2006/relationships" id="257" r:id="R565a81cbd59b491f"/>
    <p:sldId xmlns:r="http://schemas.openxmlformats.org/officeDocument/2006/relationships" id="258" r:id="R69279b9e05964478"/>
    <p:sldId xmlns:r="http://schemas.openxmlformats.org/officeDocument/2006/relationships" id="259" r:id="R72630dd130ab41f1"/>
    <p:sldId xmlns:r="http://schemas.openxmlformats.org/officeDocument/2006/relationships" id="260" r:id="R67428a15646c4660"/>
    <p:sldId xmlns:r="http://schemas.openxmlformats.org/officeDocument/2006/relationships" id="261" r:id="R94fe8328d0994ef4"/>
    <p:sldId xmlns:r="http://schemas.openxmlformats.org/officeDocument/2006/relationships" id="262" r:id="R1152dddcd3824aae"/>
    <p:sldId xmlns:r="http://schemas.openxmlformats.org/officeDocument/2006/relationships" id="263" r:id="R475216d901c74aa4"/>
    <p:sldId xmlns:r="http://schemas.openxmlformats.org/officeDocument/2006/relationships" id="264" r:id="R91428bbd59ff4108"/>
    <p:sldId xmlns:r="http://schemas.openxmlformats.org/officeDocument/2006/relationships" id="265" r:id="R8c76f67c30d047cf"/>
    <p:sldId xmlns:r="http://schemas.openxmlformats.org/officeDocument/2006/relationships" id="266" r:id="R6ecf0e2739884bf4"/>
    <p:sldId xmlns:r="http://schemas.openxmlformats.org/officeDocument/2006/relationships" id="267" r:id="R4d6cc62af1174dfb"/>
    <p:sldId xmlns:r="http://schemas.openxmlformats.org/officeDocument/2006/relationships" id="268" r:id="Rb0fa02d058564296"/>
    <p:sldId xmlns:r="http://schemas.openxmlformats.org/officeDocument/2006/relationships" id="269" r:id="R19ad8fd9f8e54036"/>
    <p:sldId xmlns:r="http://schemas.openxmlformats.org/officeDocument/2006/relationships" id="270" r:id="R2cefba9c7c804322"/>
    <p:sldId xmlns:r="http://schemas.openxmlformats.org/officeDocument/2006/relationships" id="271" r:id="R179deed2ed15450c"/>
    <p:sldId xmlns:r="http://schemas.openxmlformats.org/officeDocument/2006/relationships" id="272" r:id="Re04d141702344107"/>
    <p:sldId xmlns:r="http://schemas.openxmlformats.org/officeDocument/2006/relationships" id="273" r:id="R3ec9771e74e2495b"/>
    <p:sldId xmlns:r="http://schemas.openxmlformats.org/officeDocument/2006/relationships" id="274" r:id="R059212e3192d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345c3a40f4014" /><Relationship Type="http://schemas.openxmlformats.org/officeDocument/2006/relationships/slideMaster" Target="/ppt/slideMasters/slideMaster1.xml" Id="Rcd8e65aa230f4ae1" /><Relationship Type="http://schemas.openxmlformats.org/officeDocument/2006/relationships/notesMaster" Target="/ppt/notesMasters/notesMaster1.xml" Id="Rdba9639227224b28" /><Relationship Type="http://schemas.openxmlformats.org/officeDocument/2006/relationships/presProps" Target="/ppt/presProps.xml" Id="R29b07922fd974671" /><Relationship Type="http://schemas.openxmlformats.org/officeDocument/2006/relationships/tableStyles" Target="/ppt/tableStyles.xml" Id="R0715b2a72c274c31" /><Relationship Type="http://schemas.openxmlformats.org/officeDocument/2006/relationships/slide" Target="/ppt/slides/slide1.xml" Id="Rcb29f4132bcf472f" /><Relationship Type="http://schemas.openxmlformats.org/officeDocument/2006/relationships/slide" Target="/ppt/slides/slide2.xml" Id="R565a81cbd59b491f" /><Relationship Type="http://schemas.openxmlformats.org/officeDocument/2006/relationships/slide" Target="/ppt/slides/slide3.xml" Id="R69279b9e05964478" /><Relationship Type="http://schemas.openxmlformats.org/officeDocument/2006/relationships/slide" Target="/ppt/slides/slide4.xml" Id="R72630dd130ab41f1" /><Relationship Type="http://schemas.openxmlformats.org/officeDocument/2006/relationships/slide" Target="/ppt/slides/slide5.xml" Id="R67428a15646c4660" /><Relationship Type="http://schemas.openxmlformats.org/officeDocument/2006/relationships/slide" Target="/ppt/slides/slide6.xml" Id="R94fe8328d0994ef4" /><Relationship Type="http://schemas.openxmlformats.org/officeDocument/2006/relationships/slide" Target="/ppt/slides/slide7.xml" Id="R1152dddcd3824aae" /><Relationship Type="http://schemas.openxmlformats.org/officeDocument/2006/relationships/slide" Target="/ppt/slides/slide8.xml" Id="R475216d901c74aa4" /><Relationship Type="http://schemas.openxmlformats.org/officeDocument/2006/relationships/slide" Target="/ppt/slides/slide9.xml" Id="R91428bbd59ff4108" /><Relationship Type="http://schemas.openxmlformats.org/officeDocument/2006/relationships/slide" Target="/ppt/slides/slide10.xml" Id="R8c76f67c30d047cf" /><Relationship Type="http://schemas.openxmlformats.org/officeDocument/2006/relationships/slide" Target="/ppt/slides/slide11.xml" Id="R6ecf0e2739884bf4" /><Relationship Type="http://schemas.openxmlformats.org/officeDocument/2006/relationships/slide" Target="/ppt/slides/slide12.xml" Id="R4d6cc62af1174dfb" /><Relationship Type="http://schemas.openxmlformats.org/officeDocument/2006/relationships/slide" Target="/ppt/slides/slide13.xml" Id="Rb0fa02d058564296" /><Relationship Type="http://schemas.openxmlformats.org/officeDocument/2006/relationships/slide" Target="/ppt/slides/slide14.xml" Id="R19ad8fd9f8e54036" /><Relationship Type="http://schemas.openxmlformats.org/officeDocument/2006/relationships/slide" Target="/ppt/slides/slide15.xml" Id="R2cefba9c7c804322" /><Relationship Type="http://schemas.openxmlformats.org/officeDocument/2006/relationships/slide" Target="/ppt/slides/slide16.xml" Id="R179deed2ed15450c" /><Relationship Type="http://schemas.openxmlformats.org/officeDocument/2006/relationships/slide" Target="/ppt/slides/slide17.xml" Id="Re04d141702344107" /><Relationship Type="http://schemas.openxmlformats.org/officeDocument/2006/relationships/slide" Target="/ppt/slides/slide18.xml" Id="R3ec9771e74e2495b" /><Relationship Type="http://schemas.openxmlformats.org/officeDocument/2006/relationships/slide" Target="/ppt/slides/slide19.xml" Id="R059212e3192d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858fdef7e4f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2551c329f45f6" /><Relationship Type="http://schemas.openxmlformats.org/officeDocument/2006/relationships/notesMaster" Target="/ppt/notesMasters/notesMaster1.xml" Id="Raa8f78135a6c48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99520cbe943e4" /><Relationship Type="http://schemas.openxmlformats.org/officeDocument/2006/relationships/notesMaster" Target="/ppt/notesMasters/notesMaster1.xml" Id="Re9240656596c44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a9cfb15dfe46b4" /><Relationship Type="http://schemas.openxmlformats.org/officeDocument/2006/relationships/notesMaster" Target="/ppt/notesMasters/notesMaster1.xml" Id="Rae14aead9731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f6f6163e44a32" /><Relationship Type="http://schemas.openxmlformats.org/officeDocument/2006/relationships/notesMaster" Target="/ppt/notesMasters/notesMaster1.xml" Id="Rdb251a8b31b74c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a1abaf7b14f8d" /><Relationship Type="http://schemas.openxmlformats.org/officeDocument/2006/relationships/notesMaster" Target="/ppt/notesMasters/notesMaster1.xml" Id="R5db721f775f744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5d218d0f3c4f74" /><Relationship Type="http://schemas.openxmlformats.org/officeDocument/2006/relationships/notesMaster" Target="/ppt/notesMasters/notesMaster1.xml" Id="R9c056bc5755f49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f021515eec45b5" /><Relationship Type="http://schemas.openxmlformats.org/officeDocument/2006/relationships/notesMaster" Target="/ppt/notesMasters/notesMaster1.xml" Id="R062fdf280ff349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974de14acf4eed" /><Relationship Type="http://schemas.openxmlformats.org/officeDocument/2006/relationships/notesMaster" Target="/ppt/notesMasters/notesMaster1.xml" Id="R596613faacf94a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d1f81b53cf4f8e" /><Relationship Type="http://schemas.openxmlformats.org/officeDocument/2006/relationships/notesMaster" Target="/ppt/notesMasters/notesMaster1.xml" Id="Re9657650093b4b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b71fd788994497" /><Relationship Type="http://schemas.openxmlformats.org/officeDocument/2006/relationships/notesMaster" Target="/ppt/notesMasters/notesMaster1.xml" Id="R89148cda072b4f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b0802647664f2d" /><Relationship Type="http://schemas.openxmlformats.org/officeDocument/2006/relationships/notesMaster" Target="/ppt/notesMasters/notesMaster1.xml" Id="Rb2ce490c166f4d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efa817085d411f" /><Relationship Type="http://schemas.openxmlformats.org/officeDocument/2006/relationships/notesMaster" Target="/ppt/notesMasters/notesMaster1.xml" Id="Rfb356aadb34c4d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c8aa625e4543e0" /><Relationship Type="http://schemas.openxmlformats.org/officeDocument/2006/relationships/notesMaster" Target="/ppt/notesMasters/notesMaster1.xml" Id="R0cefab5e13aa43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b971ec5be44bfe" /><Relationship Type="http://schemas.openxmlformats.org/officeDocument/2006/relationships/notesMaster" Target="/ppt/notesMasters/notesMaster1.xml" Id="Rb76f0d0f8c5c41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32bd72074c4a9a" /><Relationship Type="http://schemas.openxmlformats.org/officeDocument/2006/relationships/notesMaster" Target="/ppt/notesMasters/notesMaster1.xml" Id="Rcef379fc50c644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55ec0547074283" /><Relationship Type="http://schemas.openxmlformats.org/officeDocument/2006/relationships/notesMaster" Target="/ppt/notesMasters/notesMaster1.xml" Id="Rbf6a9865e65348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e82751595649cb" /><Relationship Type="http://schemas.openxmlformats.org/officeDocument/2006/relationships/notesMaster" Target="/ppt/notesMasters/notesMaster1.xml" Id="R91f7a3b83a1541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5968d30e3b4e00" /><Relationship Type="http://schemas.openxmlformats.org/officeDocument/2006/relationships/notesMaster" Target="/ppt/notesMasters/notesMaster1.xml" Id="R2472481b56e145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e0b4b16d2047f6" /><Relationship Type="http://schemas.openxmlformats.org/officeDocument/2006/relationships/notesMaster" Target="/ppt/notesMasters/notesMaster1.xml" Id="Rfa5c8cb307b544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 0~5분 성적표와 질문, 5~12분 첫 실행, 12~22분 네 연산, 22~30분 숫자와 문자열, 30~38분 변수·합계·평균, 38~44분 OpenCode 요청과 파일 확인, 44~45분 정리.</a:t>
            </a:r>
          </a:p>
          <a:p xmlns:a="http://schemas.openxmlformats.org/drawingml/2006/main">
            <a:r>
              <a:t>설명과 실행을 짧게 번갈아 한다. 학생이 처음부터 코드를 입력하거나 숫자를 임의로 바꾸게 하지 않는다.</a:t>
            </a:r>
          </a:p>
          <a:p xmlns:a="http://schemas.openxmlformats.org/drawingml/2006/main">
            <a:r>
              <a:t>첫 문장: 오늘은 Python 전체를 배우지 않습니다. 짧은 코드를 읽고 결과를 확인하는 가장 작은 연습부터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 A의 82, 91, 76을 가리키고 각각 무슨 점수인지 묻는다. 표의 제목을 읽어야 숫자의 뜻을 알 수 있음을 확인한다.</a:t>
            </a:r>
          </a:p>
          <a:p xmlns:a="http://schemas.openxmlformats.org/drawingml/2006/main">
            <a:r>
              <a:t>대본: 코드에서도 숫자만 놓으면 뜻을 잃습니다. 오늘은 숫자에 국어 점수, 영어 점수 같은 이름을 붙입니다.</a:t>
            </a:r>
          </a:p>
          <a:p xmlns:a="http://schemas.openxmlformats.org/drawingml/2006/main">
            <a:r>
              <a:t>이 표는 화면 설명용 가상 자료다. 오늘 CSV를 읽거나 pandas를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교과서_배포/02/sample/output/02_subject_scores_table.png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단계를 학생과 함께 읽는다. 숫자를 찾고, 이름과 연산을 보고, print로 결과를 확인한다.</a:t>
            </a:r>
          </a:p>
          <a:p xmlns:a="http://schemas.openxmlformats.org/drawingml/2006/main">
            <a:r>
              <a:t>직접 타이핑 능력이 목표가 아니라 코드의 의미를 읽고 AI 결과를 검증하는 준비라고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파일을 열면 바로 실행시키지 않는다. 숫자 3과 5, 더하기 기호, print를 먼저 찾게 한다.</a:t>
            </a:r>
          </a:p>
          <a:p xmlns:a="http://schemas.openxmlformats.org/drawingml/2006/main">
            <a:r>
              <a:t>질문: 결과는 무엇일까요? 답을 받은 다음에만 실행 슬라이드로 넘어간다.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제공된 파일에서 Run Python File 버튼을 누르게 한다. 버튼이 안 보이면 Python 확장 설치 여부와 파일 확장자 .py를 확인한다.</a:t>
            </a:r>
          </a:p>
          <a:p xmlns:a="http://schemas.openxmlformats.org/drawingml/2006/main">
            <a:r>
              <a:t>대본: 어제 터미널은 프로그램에 질문하는 곳이었고, 지금은 Python이 보여 주는 결과를 읽는 곳이기도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print를 함수라는 용어로 길게 설명하지 않는다. 괄호 안의 값을 화면에 보여 주는 기능이라고만 한다.</a:t>
            </a:r>
          </a:p>
          <a:p xmlns:a="http://schemas.openxmlformats.org/drawingml/2006/main">
            <a:r>
              <a:t>질문 예상: print는 인쇄하나요? 답: 여기서는 종이가 아니라 화면에 보여 준다는 뜻입니다.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8 + 2의 결과를 먼저 말한 뒤 준비된 파일을 실행하게 한다.</a:t>
            </a:r>
          </a:p>
          <a:p xmlns:a="http://schemas.openxmlformats.org/drawingml/2006/main">
            <a:r>
              <a:t>+ 기호의 키보드 위치를 짧게 가리키고 바로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8 - 2의 결과를 먼저 말한 뒤 준비된 파일을 실행하게 한다.</a:t>
            </a:r>
          </a:p>
          <a:p xmlns:a="http://schemas.openxmlformats.org/drawingml/2006/main">
            <a:r>
              <a:t>- 기호의 키보드 위치를 짧게 가리키고 바로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8 * 2의 결과를 먼저 말한 뒤 준비된 파일을 실행하게 한다.</a:t>
            </a:r>
          </a:p>
          <a:p xmlns:a="http://schemas.openxmlformats.org/drawingml/2006/main">
            <a:r>
              <a:t>* 기호의 키보드 위치를 짧게 가리키고 바로 실행한다.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8 / 2의 결과를 먼저 말한 뒤 준비된 파일을 실행하게 한다.</a:t>
            </a:r>
          </a:p>
          <a:p xmlns:a="http://schemas.openxmlformats.org/drawingml/2006/main">
            <a:r>
              <a:t>4.0은 4와 같은 크기의 값이지만 나누기 결과가 소수점 모양으로 표시된 것이다. 저장 원리까지 확장하지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결과를 먼저 보여 주지 말고 두 줄이 무엇이 다른지 묻는다. 따옴표를 학생이 발견하게 한다.</a:t>
            </a:r>
          </a:p>
          <a:p xmlns:a="http://schemas.openxmlformats.org/drawingml/2006/main">
            <a:r>
              <a:t>자료형은 값의 종류라고 설명한다. int와 str은 이름을 들려주되 암기시키지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04_number_and_text.py를 열고 실행한다. 자유 수정은 시키지 않는다.</a:t>
            </a:r>
          </a:p>
          <a:p xmlns:a="http://schemas.openxmlformats.org/drawingml/2006/main">
            <a:r>
              <a:t>시간이 남고 반응이 안정적일 때만 교사가 지정한 2와 3에 따옴표를 붙이거나 빼는 한 번의 변화만 허용한다.</a:t>
            </a:r>
          </a:p>
          <a:p xmlns:a="http://schemas.openxmlformats.org/drawingml/2006/main">
            <a:r>
              <a:t>type(), int(), str() 변환과 서로 다른 자료형을 더할 때 오류는 이번 시간에 다루지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상자 비유보다 이름표 비유를 먼저 쓴다. 82에 korean_score라는 이름표를 붙였다고 말한다.</a:t>
            </a:r>
          </a:p>
          <a:p xmlns:a="http://schemas.openxmlformats.org/drawingml/2006/main">
            <a:r>
              <a:t>질문 예상: 변수 이름을 한국어로 써도 되나요? 답: 가능한 경우도 있지만 여러 도구와 함께 쓰기 쉬운 영어 이름을 기본으로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손으로 오른쪽 82에서 왼쪽 korean_score 방향을 가리킨다. 수학의 같다는 뜻과 구분한다.</a:t>
            </a:r>
          </a:p>
          <a:p xmlns:a="http://schemas.openxmlformats.org/drawingml/2006/main">
            <a:r>
              <a:t>비교할 때 쓰는 기호는 다음 차시에 다룬다고만 예고하고 ==까지 미리 설명하지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02_numbers_and_variables.py를 열되 결과 영역은 가린 상태로 숫자, 변수 이름, 계산식을 찾는다.</a:t>
            </a:r>
          </a:p>
          <a:p xmlns:a="http://schemas.openxmlformats.org/drawingml/2006/main">
            <a:r>
              <a:t>학생들이 합계를 계산하게 하고 평균은 합계를 3으로 나눈다는 식을 확인한다. 실행 후 249와 83.0을 비교한다.</a:t>
            </a:r>
          </a:p>
          <a:p xmlns:a="http://schemas.openxmlformats.org/drawingml/2006/main">
            <a:r>
              <a:t>대본: 오류 없이 실행됐다는 것과 우리가 원한 계산을 했다는 것은 다릅니다.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교과서의 요청문을 그대로 사용한다. 학생이 자유롭게 기능을 추가하게 하지 않는다.</a:t>
            </a:r>
          </a:p>
          <a:p xmlns:a="http://schemas.openxmlformats.org/drawingml/2006/main">
            <a:r>
              <a:t>AI가 다른 변수명이나 불필요한 기능을 넣으면 다시 요청하되, 교사가 먼저 공통 수정 문장을 제시한다.</a:t>
            </a:r>
          </a:p>
          <a:p xmlns:a="http://schemas.openxmlformats.org/drawingml/2006/main">
            <a:r>
              <a:t>질문 예상: AI에게 그냥 알아서 하라고 하면 안 돼요? 답: 원하는 값과 결과를 말하지 않으면 맞는지 확인할 기준도 사라집니다.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검사 순서: 82·91·76 찾기 → 학생 A의 따옴표 찾기 → 변수 이름 찾기 → 합계·평균 식 확인 → 결과 예상.</a:t>
            </a:r>
          </a:p>
          <a:p xmlns:a="http://schemas.openxmlformats.org/drawingml/2006/main">
            <a:r>
              <a:t>AI가 완료했다고 말해도 끝난 것이 아니라는 책임 원칙을 다시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전원이 실행 결과를 봤는지 확인한다. 숫자를 임의로 바꾸는 활동으로 늘리지 않는다.</a:t>
            </a:r>
          </a:p>
          <a:p xmlns:a="http://schemas.openxmlformats.org/drawingml/2006/main">
            <a:r>
              <a:t>마지막 질문: AI가 만든 계산이 틀렸는데 그대로 제출했다면 누구의 책임일까요? 첫 주의 보고서 사례와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오늘 배운 네 낱말을 차례로 말하게 한다: 숫자, 변수, 연산, print.</a:t>
            </a:r>
          </a:p>
          <a:p xmlns:a="http://schemas.openxmlformats.org/drawingml/2006/main">
            <a:r>
              <a:t>마무리 문장: 오늘의 목표는 Python을 외운 것이 아니라, AI가 만든 짧은 계산 코드를 읽고 확인하는 첫 습관을 만든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8409fccc6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942bf294e4417" /><Relationship Type="http://schemas.openxmlformats.org/officeDocument/2006/relationships/slideLayout" Target="/ppt/slideLayouts/slideLayout1.xml" Id="Rd4152468085941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52468085941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4db3ce5404549" /><Relationship Type="http://schemas.openxmlformats.org/officeDocument/2006/relationships/notesSlide" Target="/ppt/notesSlides/notesSlide1.xml" Id="R1622b55843634c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20e82a5874fb5" /><Relationship Type="http://schemas.openxmlformats.org/officeDocument/2006/relationships/image" Target="/ppt/media/image.png" Id="Rbc59edce5d95481f" /><Relationship Type="http://schemas.openxmlformats.org/officeDocument/2006/relationships/notesSlide" Target="/ppt/notesSlides/notesSlide2.xml" Id="R8fa2cc4d669b45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dbe46c295404a" /><Relationship Type="http://schemas.openxmlformats.org/officeDocument/2006/relationships/notesSlide" Target="/ppt/notesSlides/notesSlide3.xml" Id="R767e1d181dcf4b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cecf192654349" /><Relationship Type="http://schemas.openxmlformats.org/officeDocument/2006/relationships/image" Target="/ppt/media/image2.png" Id="R7d19d902dbc14ee8" /><Relationship Type="http://schemas.openxmlformats.org/officeDocument/2006/relationships/notesSlide" Target="/ppt/notesSlides/notesSlide4.xml" Id="Re8416b76285e49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e978358ea4202" /><Relationship Type="http://schemas.openxmlformats.org/officeDocument/2006/relationships/image" Target="/ppt/media/image3.png" Id="R95a1dc4cd0064e7a" /><Relationship Type="http://schemas.openxmlformats.org/officeDocument/2006/relationships/notesSlide" Target="/ppt/notesSlides/notesSlide5.xml" Id="Rbdf8771dd04a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e8049cd0a4cfe" /><Relationship Type="http://schemas.openxmlformats.org/officeDocument/2006/relationships/image" Target="/ppt/media/image4.png" Id="R58af31da70554b82" /><Relationship Type="http://schemas.openxmlformats.org/officeDocument/2006/relationships/notesSlide" Target="/ppt/notesSlides/notesSlide6.xml" Id="R6f48d7c975714a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a61b6ece4465" /><Relationship Type="http://schemas.openxmlformats.org/officeDocument/2006/relationships/image" Target="/ppt/media/image5.png" Id="R9422eca552ac42ce" /><Relationship Type="http://schemas.openxmlformats.org/officeDocument/2006/relationships/notesSlide" Target="/ppt/notesSlides/notesSlide7.xml" Id="Rb158fd5f6abd46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28c499a604a48" /><Relationship Type="http://schemas.openxmlformats.org/officeDocument/2006/relationships/image" Target="/ppt/media/image6.png" Id="R786c58a42df846c5" /><Relationship Type="http://schemas.openxmlformats.org/officeDocument/2006/relationships/notesSlide" Target="/ppt/notesSlides/notesSlide8.xml" Id="Rb7026432a94643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d80cd4d1a46ac" /><Relationship Type="http://schemas.openxmlformats.org/officeDocument/2006/relationships/image" Target="/ppt/media/image7.png" Id="R417e8a9601934556" /><Relationship Type="http://schemas.openxmlformats.org/officeDocument/2006/relationships/notesSlide" Target="/ppt/notesSlides/notesSlide9.xml" Id="Re7effc5cbb574d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746a4e4ff46ba" /><Relationship Type="http://schemas.openxmlformats.org/officeDocument/2006/relationships/image" Target="/ppt/media/image8.png" Id="Rd2047e1373444b07" /><Relationship Type="http://schemas.openxmlformats.org/officeDocument/2006/relationships/notesSlide" Target="/ppt/notesSlides/notesSlide10.xml" Id="Rd612bb5be60f41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b097838144342" /><Relationship Type="http://schemas.openxmlformats.org/officeDocument/2006/relationships/notesSlide" Target="/ppt/notesSlides/notesSlide11.xml" Id="R13354c959cf94c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7a1ae5d2b406a" /><Relationship Type="http://schemas.openxmlformats.org/officeDocument/2006/relationships/image" Target="/ppt/media/image9.png" Id="R7b844c865f024bad" /><Relationship Type="http://schemas.openxmlformats.org/officeDocument/2006/relationships/notesSlide" Target="/ppt/notesSlides/notesSlide12.xml" Id="R7e6a4cb9b75b46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a4f9263b94d43" /><Relationship Type="http://schemas.openxmlformats.org/officeDocument/2006/relationships/image" Target="/ppt/media/image10.png" Id="R3361ea2d72a24a80" /><Relationship Type="http://schemas.openxmlformats.org/officeDocument/2006/relationships/notesSlide" Target="/ppt/notesSlides/notesSlide13.xml" Id="R2019389fc1c246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1eeb8010744d8" /><Relationship Type="http://schemas.openxmlformats.org/officeDocument/2006/relationships/image" Target="/ppt/media/image11.png" Id="Re05f03039036485b" /><Relationship Type="http://schemas.openxmlformats.org/officeDocument/2006/relationships/notesSlide" Target="/ppt/notesSlides/notesSlide14.xml" Id="R3c2a02dcdf6b46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08417541044b1" /><Relationship Type="http://schemas.openxmlformats.org/officeDocument/2006/relationships/image" Target="/ppt/media/image12.png" Id="R032f81f1eb064d9f" /><Relationship Type="http://schemas.openxmlformats.org/officeDocument/2006/relationships/notesSlide" Target="/ppt/notesSlides/notesSlide15.xml" Id="R5ba21b23a1ec4f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8bce9332a48e3" /><Relationship Type="http://schemas.openxmlformats.org/officeDocument/2006/relationships/notesSlide" Target="/ppt/notesSlides/notesSlide16.xml" Id="R5b91487ceb594e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a0dc7b4114ec4" /><Relationship Type="http://schemas.openxmlformats.org/officeDocument/2006/relationships/image" Target="/ppt/media/image13.png" Id="Rdc1e92cc487d4bed" /><Relationship Type="http://schemas.openxmlformats.org/officeDocument/2006/relationships/notesSlide" Target="/ppt/notesSlides/notesSlide17.xml" Id="R6ec1dd077e2e4b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833e231f94a94" /><Relationship Type="http://schemas.openxmlformats.org/officeDocument/2006/relationships/notesSlide" Target="/ppt/notesSlides/notesSlide18.xml" Id="Re9252f328ab44a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d694bf91e4225" /><Relationship Type="http://schemas.openxmlformats.org/officeDocument/2006/relationships/notesSlide" Target="/ppt/notesSlides/notesSlide19.xml" Id="Rfb082c6a4dac4d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숫자와 변수로 계산하기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준비된 Python 파일을 읽고, 예상하고, 실행 결과를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교과서 02-2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82, 91, 76은 각각 무엇을 뜻할까요?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학생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세 과목 점수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질문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숫자를 어떻게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구분할까?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숫자에 뜻이 드러나는 이름을 붙이면 읽기 쉬워집니다.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2쪽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9edce5d9548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숫자에 이름을 붙이고 계산한 뒤 결과를 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전체 문법이 아니라, 코드를 읽는 세 단계를 익힙니다.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숫자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계산할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변수·연산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뜻을 붙이고 계산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print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결과를 화면에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AI가 만든 코드에서도 숫자·이름·계산을 먼저 찾습니다.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2쪽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준비된 첫 Python 파일을 먼저 읽습니다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02_first_result.py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코드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print(3 + 5)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실행하기 전에 어떤 결과가 나올지 말해 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3쪽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9d902dbc14e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Run Python File을 누르면 아래에 결과가 보입니다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행동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오른쪽 위 실행 버튼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아래 터미널의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이번 실습에서는 터미널에 실행 명령을 직접 입력하지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3쪽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1dc4cd0064e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print는 괄호 안의 값이나 계산 결과를 보여 줍니다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화면에 보여 주기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괄호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무엇을 보여 줄지 넣는 자리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print가 없으면 계산했어도 화면에 결과가 보이지 않을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3쪽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f31da70554b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더하기는 + 기호를 그대로 사용합니다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Python 기호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예상할 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 + 2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실행 결과 10 · 더하기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2eca552ac42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빼기는 - 기호를 그대로 사용합니다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Python 기호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예상할 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8 - 2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실행 결과 6 · 빼기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c58a42df846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곱하기는 × 대신 * 기호를 사용합니다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Python 기호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예상할 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 *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실행 결과 16 · 곱하기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e8a96019345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나누기는 ÷ 대신 / 기호를 사용합니다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Python 기호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예상할 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 /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실행 결과 4.0 · 나누기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7e1373444b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같은 2와 3도 따옴표가 있으면 결과가 달라집니다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숫자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2 + 3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계산해서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글자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'2' + '3'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이어 붙여서 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따옴표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모양보다 값의 종류를 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학생이 코드를 고치지 않고 준비된 두 줄을 차례로 실행해 비교합니다.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5쪽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따옴표는 숫자처럼 보이는 값을 글자로 바꿉니다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따옴표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2 + 3 →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따옴표 있음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'2' + '3' → 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AI가 만든 코드를 볼 때 따옴표가 있는지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5쪽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44c865f024b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변수는 값의 뜻을 보여 주는 이름표입니다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숫자만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82 · 91 · 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이름을 붙이면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국어·영어·수학 점수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korean_score처럼 뜻이 드러나는 이름을 사용합니다.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6쪽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1ea2d72a24a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Python의 = 는 오른쪽 값을 왼쪽 이름에 저장합니다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수학에서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양쪽이 같다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Python에서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오른쪽 → 왼쪽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korean_score = 82는 82에 korean_score라는 이름을 붙이는 줄입니다.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6쪽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f0303903648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 전에 합계와 평균을 먼저 예상합니다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82 · 91 · 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예상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합계 249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평균 83.0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코드가 실행된다는 것과 계산이 맞다는 것은 다릅니다.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7–8쪽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f81f1eb064d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OpenCode에는 조건을 빠뜨리지 않고 요청합니다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값 전달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학생 A와 82·91·76을 정확히 적습니다.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결과 지정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이름·합계·평균을 print로 요청합니다.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범위 제한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짧은 Python 파일, 복잡한 기능은 쓰지 않게 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요청 뒤에는 채팅 답변이 아니라 실제로 만들어진 .py 파일을 엽니다.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9쪽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AI의 답보다 실제 Python 파일을 먼저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숫자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82 · 91 · 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이름과 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변수·합계·평균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따옴표·숫자·계산식을 확인한 뒤 실행합니다.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9쪽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e92cc487d4b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예상과 실행 결과를 비교해야 확인이 끝납니다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예상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코드를 읽고 합계·평균을 먼저 말합니다.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Run Python File로 실제 결과를 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249와 83.0이 맞는지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AI가 만들었더라도 결과를 확인하고 사용하는 책임은 사람에게 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9쪽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숫자·이름·계산을 읽고 결과를 확인했습니다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직접 코드를 길게 쓰는 것보다 먼저 읽고 판단합니다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숫자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연산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값 찾기 → 결과 예상 → 실행 → 실제 결과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계산한 값을 기준과 비교해 True·False를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02-2 · 10쪽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2026-08-30T14:44:25.9520000Z</dcterms:created>
  <dcterms:modified xsi:type="dcterms:W3CDTF">2026-08-30T14:44:25.9520000Z</dcterms:modified>
</coreProperties>
</file>