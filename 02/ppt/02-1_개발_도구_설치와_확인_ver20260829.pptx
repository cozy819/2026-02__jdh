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ebc7f69c34af8" /><Relationship Type="http://schemas.openxmlformats.org/officeDocument/2006/relationships/extended-properties" Target="/docProps/app.xml" Id="Rc16e7fe72ab64b0e" /><Relationship Type="http://schemas.openxmlformats.org/officeDocument/2006/relationships/officeDocument" Target="/ppt/presentation.xml" Id="Rec302060c8754e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f8e557a934e62"/>
  </p:sldMasterIdLst>
  <p:notesMasterIdLst>
    <p:notesMasterId xmlns:r="http://schemas.openxmlformats.org/officeDocument/2006/relationships" r:id="Re8adfb53a3dc4553"/>
  </p:notesMasterIdLst>
  <p:sldIdLst>
    <p:sldId xmlns:r="http://schemas.openxmlformats.org/officeDocument/2006/relationships" id="256" r:id="R3504f2c3713e4a8b"/>
    <p:sldId xmlns:r="http://schemas.openxmlformats.org/officeDocument/2006/relationships" id="257" r:id="Re649195ddd4b4ea1"/>
    <p:sldId xmlns:r="http://schemas.openxmlformats.org/officeDocument/2006/relationships" id="258" r:id="Rcb315ac611274a9d"/>
    <p:sldId xmlns:r="http://schemas.openxmlformats.org/officeDocument/2006/relationships" id="259" r:id="Rc87fa935ba114868"/>
    <p:sldId xmlns:r="http://schemas.openxmlformats.org/officeDocument/2006/relationships" id="260" r:id="R513dcb6ebf7045ea"/>
    <p:sldId xmlns:r="http://schemas.openxmlformats.org/officeDocument/2006/relationships" id="261" r:id="Rc78bfbfdbc8043a6"/>
    <p:sldId xmlns:r="http://schemas.openxmlformats.org/officeDocument/2006/relationships" id="262" r:id="Rcc5f50ee667a4b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e643207bf4f7a" /><Relationship Type="http://schemas.openxmlformats.org/officeDocument/2006/relationships/slideMaster" Target="/ppt/slideMasters/slideMaster1.xml" Id="Red6f8e557a934e62" /><Relationship Type="http://schemas.openxmlformats.org/officeDocument/2006/relationships/notesMaster" Target="/ppt/notesMasters/notesMaster1.xml" Id="Re8adfb53a3dc4553" /><Relationship Type="http://schemas.openxmlformats.org/officeDocument/2006/relationships/presProps" Target="/ppt/presProps.xml" Id="Rf094cd472e8c472b" /><Relationship Type="http://schemas.openxmlformats.org/officeDocument/2006/relationships/tableStyles" Target="/ppt/tableStyles.xml" Id="R8e9e2245d4704023" /><Relationship Type="http://schemas.openxmlformats.org/officeDocument/2006/relationships/slide" Target="/ppt/slides/slide1.xml" Id="R3504f2c3713e4a8b" /><Relationship Type="http://schemas.openxmlformats.org/officeDocument/2006/relationships/slide" Target="/ppt/slides/slide2.xml" Id="Re649195ddd4b4ea1" /><Relationship Type="http://schemas.openxmlformats.org/officeDocument/2006/relationships/slide" Target="/ppt/slides/slide3.xml" Id="Rcb315ac611274a9d" /><Relationship Type="http://schemas.openxmlformats.org/officeDocument/2006/relationships/slide" Target="/ppt/slides/slide4.xml" Id="Rc87fa935ba114868" /><Relationship Type="http://schemas.openxmlformats.org/officeDocument/2006/relationships/slide" Target="/ppt/slides/slide5.xml" Id="R513dcb6ebf7045ea" /><Relationship Type="http://schemas.openxmlformats.org/officeDocument/2006/relationships/slide" Target="/ppt/slides/slide6.xml" Id="Rc78bfbfdbc8043a6" /><Relationship Type="http://schemas.openxmlformats.org/officeDocument/2006/relationships/slide" Target="/ppt/slides/slide7.xml" Id="Rcc5f50ee667a4b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a9c15dac7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eb30efd554ca0" /><Relationship Type="http://schemas.openxmlformats.org/officeDocument/2006/relationships/notesMaster" Target="/ppt/notesMasters/notesMaster1.xml" Id="R9c75fdd83e80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bb3a8ec6e47cd" /><Relationship Type="http://schemas.openxmlformats.org/officeDocument/2006/relationships/notesMaster" Target="/ppt/notesMasters/notesMaster1.xml" Id="R6eb6fbfaa5e1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21ca1cb3248eb" /><Relationship Type="http://schemas.openxmlformats.org/officeDocument/2006/relationships/notesMaster" Target="/ppt/notesMasters/notesMaster1.xml" Id="R23ab541c56ac47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b1411d4ed4462" /><Relationship Type="http://schemas.openxmlformats.org/officeDocument/2006/relationships/notesMaster" Target="/ppt/notesMasters/notesMaster1.xml" Id="R3f50de559b3a4f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d80fd8b9e742f4" /><Relationship Type="http://schemas.openxmlformats.org/officeDocument/2006/relationships/notesMaster" Target="/ppt/notesMasters/notesMaster1.xml" Id="R9dd24337e73844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553912c26f427d" /><Relationship Type="http://schemas.openxmlformats.org/officeDocument/2006/relationships/notesMaster" Target="/ppt/notesMasters/notesMaster1.xml" Id="Rd237da40c38a40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ec2e6400104888" /><Relationship Type="http://schemas.openxmlformats.org/officeDocument/2006/relationships/notesMaster" Target="/ppt/notesMasters/notesMaster1.xml" Id="R6ea23ecf9de54f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[수업 시간 구성]</a:t>
            </a:r>
          </a:p>
          <a:p xmlns:a="http://schemas.openxmlformats.org/drawingml/2006/main">
            <a:r>
              <a:t>0–5분 · 코딩에 필요한 네 요소</a:t>
            </a:r>
          </a:p>
          <a:p xmlns:a="http://schemas.openxmlformats.org/drawingml/2006/main">
            <a:r>
              <a:t>5–15분 · Python 설치와 CLI 첫 경험</a:t>
            </a:r>
          </a:p>
          <a:p xmlns:a="http://schemas.openxmlformats.org/drawingml/2006/main">
            <a:r>
              <a:t>15–25분 · Node.js 확인과 OpenCode 설치</a:t>
            </a:r>
          </a:p>
          <a:p xmlns:a="http://schemas.openxmlformats.org/drawingml/2006/main">
            <a:r>
              <a:t>25–35분 · VS Code와 Python 확장</a:t>
            </a:r>
          </a:p>
          <a:p xmlns:a="http://schemas.openxmlformats.org/drawingml/2006/main">
            <a:r>
              <a:t>35–45분 · VS Code 안에서 OpenCode 첫 대화 및 완료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설치가 된 학생은 다음 설치로 혼자 넘어가지 않고 옆 학생의 화면과 도구 역할을 확인하게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무엇을 설치할지부터 나열하지 않습니다. 코딩에는 표현할 언어, 자연어 요청을 받을 AI, 파일과 코드를 읽을 작업 공간, 그리고 실행 결과를 확인할 사람이 필요합니다. 설치 순서는 앞으로 쓸 순서와 같습니다.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[예상 질문]</a:t>
            </a:r>
          </a:p>
          <a:p xmlns:a="http://schemas.openxmlformats.org/drawingml/2006/main">
            <a:r>
              <a:t>Q. 오늘 프로그램을 만들어야 하나요?</a:t>
            </a:r>
          </a:p>
          <a:p xmlns:a="http://schemas.openxmlformats.org/drawingml/2006/main">
            <a:r>
              <a:t>A. 오늘의 결과물은 개발 도구가 연결된 상태입니다. 다음 차시부터 작은 결과를 바로 만듭니다.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버튼과 메뉴로 조작하는 GUI, 글자로 명령하고 응답을 읽는 CLI를 나눠 봅니다. 검은 화면을 강조하지 않습니다. 버전 확인 한 줄 뒤 OpenCode 채팅으로 바로 이어 CLI가 암기 시험이 아니라는 것을 경험하게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Python은 바로 설치하고, Node.js는 이전 특강에서 이미 설치했을 수 있어 버전을 먼저 확인합니다. 설치 뒤 터미널을 새로 여는 이유는 새 경로를 읽게 하기 위해서입니다. 학생이 오류에 오래 붙잡히면 오류 문장을 기록하고 보충 대상으로 남깁니다.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탐색기는 프로젝트의 파일, 편집기는 AI가 만든 코드, 터미널은 OpenCode 대화와 실행 결과를 보는 자리입니다. 이번에는 세 곳만 찾고 Jupyter 확장은 아직 설치하지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교과서 배포 자산 · VS Code 화면 캡처 · 2026-08-29 수업용 재사용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연습 폴더를 열고 opencode를 실행합니다. 첫 요청은 현재 폴더 이름과 파일 수만 말하게 하고 파일은 바꾸지 못하게 합니다. 앞으로 AI 채팅과 실제 파일을 한 화면에서 함께 보려는 이유를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[마무리]</a:t>
            </a:r>
          </a:p>
          <a:p xmlns:a="http://schemas.openxmlformats.org/drawingml/2006/main">
            <a:r>
              <a:t>학생 화면에서 다섯 버전·실행 상태를 빠르게 확인합니다. CLI를 외우는 수업이 아니라 프로그램과 글자로 대화하는 방식이라는 문장으로 끝냅니다.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d04cf045747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063ce87c114f8e" /><Relationship Type="http://schemas.openxmlformats.org/officeDocument/2006/relationships/slideLayout" Target="/ppt/slideLayouts/slideLayout1.xml" Id="R3817a877f24c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7a877f24c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0efd2f3df418f" /><Relationship Type="http://schemas.openxmlformats.org/officeDocument/2006/relationships/notesSlide" Target="/ppt/notesSlides/notesSlide1.xml" Id="R4e457db9f0dd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e0212b92a449a" /><Relationship Type="http://schemas.openxmlformats.org/officeDocument/2006/relationships/notesSlide" Target="/ppt/notesSlides/notesSlide2.xml" Id="R977e6362632345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2fa7e58e44b4" /><Relationship Type="http://schemas.openxmlformats.org/officeDocument/2006/relationships/notesSlide" Target="/ppt/notesSlides/notesSlide3.xml" Id="R48d3ac97b46d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c6a6fdbc04dd8" /><Relationship Type="http://schemas.openxmlformats.org/officeDocument/2006/relationships/notesSlide" Target="/ppt/notesSlides/notesSlide4.xml" Id="R987d7b2fa42e43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629544f604413" /><Relationship Type="http://schemas.openxmlformats.org/officeDocument/2006/relationships/image" Target="/ppt/media/image.png" Id="Rae0cad3bcf7f4bb7" /><Relationship Type="http://schemas.openxmlformats.org/officeDocument/2006/relationships/notesSlide" Target="/ppt/notesSlides/notesSlide5.xml" Id="R128ca3e6854444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68d0bc3df43c8" /><Relationship Type="http://schemas.openxmlformats.org/officeDocument/2006/relationships/notesSlide" Target="/ppt/notesSlides/notesSlide6.xml" Id="R821f21ec0f0448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639ca16f14496" /><Relationship Type="http://schemas.openxmlformats.org/officeDocument/2006/relationships/notesSlide" Target="/ppt/notesSlides/notesSlide7.xml" Id="Rcee31dd1f466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개발 도구 설치와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설치는 짧게, 역할은 분명하게. Python → Node.js → OpenCode → VS Code 순서로 준비합니다.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코딩하려면 무엇이 필요할까요?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설치할 프로그램보다 먼저, 앞으로 반복할 작업 순서를 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코드로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자연어로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파일과 코드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마지막에는 ▶로 실행하고 결과가 의도와 맞는지 사람이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GUI와 CLI는 역할이 다릅니다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GUI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다운로드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공식 사이트에서 설치 파일을 받습니다.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설치 여부와 버전을 글자로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OpenCode를 실행한 뒤에는 AI 채팅처럼 사용합니다.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CLI는 코드를 외워 쓰는 시험장이 아니라, 프로그램과 글자로 대화하는 화면입니다.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설치는 이 순서로 한 번에 끝냅니다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Python → Node.js → OpenCode → VS Code → Python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공식 설치 후 버전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Node.js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기존 설치 여부부터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npm으로 설치하고 버전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공식 설치 또는 기존 앱 실행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확장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Microsoft 게시자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설치 뒤 명령을 찾지 못하면 터미널이나 VS Code를 완전히 닫고 다시 엽니다.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Code에서는 세 곳만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cad3bcf7f4bb7"/>
          <a:stretch xmlns:a="http://schemas.openxmlformats.org/drawingml/2006/main"/>
        </p:blipFill>
        <p:spPr>
          <a:xfrm xmlns:a="http://schemas.openxmlformats.org/drawingml/2006/main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탐색기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파일과 폴더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편집기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AI가 만든 코드 읽기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터미널에서 OpenCode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 안에서 첫 대화를 시작합니다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폴더 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교사가 제공한 연습 폴더 전체를 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터미널 열기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터미널 → 새 터미널을 누릅니다.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파일을 바꾸지 않는 짧은 확인 요청을 보냅니다.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비밀번호·개인정보·API 키·결제정보는 AI에 입력하지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이번 시간의 완료 상태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설치보다 도구의 역할과 다음 행동을 확인합니다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실행·확인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요청 → 파일 열기 → 코드 보기 → 실행 → 결과 확인 → 다시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숫자·print·변수로 첫 Python 결과를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2-1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2026-08-29T14:38:49.3740000Z</dcterms:created>
  <dcterms:modified xsi:type="dcterms:W3CDTF">2026-08-29T14:38:49.3740000Z</dcterms:modified>
</coreProperties>
</file>