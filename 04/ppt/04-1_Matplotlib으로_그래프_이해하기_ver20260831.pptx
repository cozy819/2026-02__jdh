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13260897f5432e" /><Relationship Type="http://schemas.openxmlformats.org/officeDocument/2006/relationships/extended-properties" Target="/docProps/app.xml" Id="R27fc2278478142dd" /><Relationship Type="http://schemas.openxmlformats.org/officeDocument/2006/relationships/officeDocument" Target="/ppt/presentation.xml" Id="Ra7a53d2953f845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0b03f69aea4bbd"/>
  </p:sldMasterIdLst>
  <p:notesMasterIdLst>
    <p:notesMasterId xmlns:r="http://schemas.openxmlformats.org/officeDocument/2006/relationships" r:id="R4f41c2ca6c754a5b"/>
  </p:notesMasterIdLst>
  <p:sldIdLst>
    <p:sldId xmlns:r="http://schemas.openxmlformats.org/officeDocument/2006/relationships" id="256" r:id="Rf63e39e74d9c4887"/>
    <p:sldId xmlns:r="http://schemas.openxmlformats.org/officeDocument/2006/relationships" id="257" r:id="Rba81288795074303"/>
    <p:sldId xmlns:r="http://schemas.openxmlformats.org/officeDocument/2006/relationships" id="258" r:id="R1e13faa33d4f4c74"/>
    <p:sldId xmlns:r="http://schemas.openxmlformats.org/officeDocument/2006/relationships" id="259" r:id="Rb5276f6ce6544eef"/>
    <p:sldId xmlns:r="http://schemas.openxmlformats.org/officeDocument/2006/relationships" id="260" r:id="R00e90811198741f2"/>
    <p:sldId xmlns:r="http://schemas.openxmlformats.org/officeDocument/2006/relationships" id="261" r:id="R2c28982467d44dba"/>
    <p:sldId xmlns:r="http://schemas.openxmlformats.org/officeDocument/2006/relationships" id="262" r:id="Ra48993ee49c645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0cf0522deb40ca" /><Relationship Type="http://schemas.openxmlformats.org/officeDocument/2006/relationships/slideMaster" Target="/ppt/slideMasters/slideMaster1.xml" Id="R930b03f69aea4bbd" /><Relationship Type="http://schemas.openxmlformats.org/officeDocument/2006/relationships/notesMaster" Target="/ppt/notesMasters/notesMaster1.xml" Id="R4f41c2ca6c754a5b" /><Relationship Type="http://schemas.openxmlformats.org/officeDocument/2006/relationships/presProps" Target="/ppt/presProps.xml" Id="Rd80283afb3bf4039" /><Relationship Type="http://schemas.openxmlformats.org/officeDocument/2006/relationships/tableStyles" Target="/ppt/tableStyles.xml" Id="R75f2ff6c25ce4775" /><Relationship Type="http://schemas.openxmlformats.org/officeDocument/2006/relationships/slide" Target="/ppt/slides/slide1.xml" Id="Rf63e39e74d9c4887" /><Relationship Type="http://schemas.openxmlformats.org/officeDocument/2006/relationships/slide" Target="/ppt/slides/slide2.xml" Id="Rba81288795074303" /><Relationship Type="http://schemas.openxmlformats.org/officeDocument/2006/relationships/slide" Target="/ppt/slides/slide3.xml" Id="R1e13faa33d4f4c74" /><Relationship Type="http://schemas.openxmlformats.org/officeDocument/2006/relationships/slide" Target="/ppt/slides/slide4.xml" Id="Rb5276f6ce6544eef" /><Relationship Type="http://schemas.openxmlformats.org/officeDocument/2006/relationships/slide" Target="/ppt/slides/slide5.xml" Id="R00e90811198741f2" /><Relationship Type="http://schemas.openxmlformats.org/officeDocument/2006/relationships/slide" Target="/ppt/slides/slide6.xml" Id="R2c28982467d44dba" /><Relationship Type="http://schemas.openxmlformats.org/officeDocument/2006/relationships/slide" Target="/ppt/slides/slide7.xml" Id="Ra48993ee49c645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4925709bba4e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a7da06c32c409f" /><Relationship Type="http://schemas.openxmlformats.org/officeDocument/2006/relationships/notesMaster" Target="/ppt/notesMasters/notesMaster1.xml" Id="R31c0e9d9f8c147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44a4ae4c94754" /><Relationship Type="http://schemas.openxmlformats.org/officeDocument/2006/relationships/notesMaster" Target="/ppt/notesMasters/notesMaster1.xml" Id="R6a80275435104a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903cf248a24400" /><Relationship Type="http://schemas.openxmlformats.org/officeDocument/2006/relationships/notesMaster" Target="/ppt/notesMasters/notesMaster1.xml" Id="R1b4a4786694e4d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59c27ceb174f78" /><Relationship Type="http://schemas.openxmlformats.org/officeDocument/2006/relationships/notesMaster" Target="/ppt/notesMasters/notesMaster1.xml" Id="R98b1998f5c264d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dc966dcc7b499c" /><Relationship Type="http://schemas.openxmlformats.org/officeDocument/2006/relationships/notesMaster" Target="/ppt/notesMasters/notesMaster1.xml" Id="R950a291d32d140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b3e2065d73460d" /><Relationship Type="http://schemas.openxmlformats.org/officeDocument/2006/relationships/notesMaster" Target="/ppt/notesMasters/notesMaster1.xml" Id="R9abd20304a9348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095f66bbf4ef9" /><Relationship Type="http://schemas.openxmlformats.org/officeDocument/2006/relationships/notesMaster" Target="/ppt/notesMasters/notesMaster1.xml" Id="Ra16b47bed85440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[45분 운영]</a:t>
            </a:r>
          </a:p>
          <a:p xmlns:a="http://schemas.openxmlformats.org/drawingml/2006/main">
            <a:r>
              <a:t>0–7분: 표와 그래프를 나란히 보고 질문</a:t>
            </a:r>
          </a:p>
          <a:p xmlns:a="http://schemas.openxmlformats.org/drawingml/2006/main">
            <a:r>
              <a:t>7–15분: 라이브러리와 import</a:t>
            </a:r>
          </a:p>
          <a:p xmlns:a="http://schemas.openxmlformats.org/drawingml/2006/main">
            <a:r>
              <a:t>15–23분: 막대·선·산점도 구분</a:t>
            </a:r>
          </a:p>
          <a:p xmlns:a="http://schemas.openxmlformats.org/drawingml/2006/main">
            <a:r>
              <a:t>23–32분: AI 요청의 완료 조건 읽기</a:t>
            </a:r>
          </a:p>
          <a:p xmlns:a="http://schemas.openxmlformats.org/drawingml/2006/main">
            <a:r>
              <a:t>32–41분: 04-1 Notebook 실행과 원본 대조</a:t>
            </a:r>
          </a:p>
          <a:p xmlns:a="http://schemas.openxmlformats.org/drawingml/2006/main">
            <a:r>
              <a:t>41–45분: 축과 해석의 주의점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그래프 함수를 외우는 수업이 아닙니다. 요청한 그래프가 원본과 맞는지 확인하는 수업입니다.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표에서는 목요일의 정확한 값 32를 찾기 쉽고, 그래프에서는 목요일이 가장 크다는 사실을 빨리 볼 수 있습니다. 어느 하나가 다른 하나를 완전히 대신하지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항목의 크기 비교는 막대, 시간 변화는 선, 두 숫자의 관계는 산점도로 연결합니다. 수행평가에서는 그래프를 자유롭게 고르지 않고 교사가 종류를 지정합니다.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AI 요청에는 데이터만 주지 않습니다. 그래프 종류, x·y축, 0 시작, 제목과 축 이름, 원본 유지까지 완료 조건으로 적습니다. 학생은 함수 이름보다 이 조건을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막대·선·산점도의 모양을 질문과 연결합니다. 원그래프는 이번 수행평가의 핵심 범위가 아니므로 비율을 보여 주는 모양이라는 정도만 언급합니다.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sample generated and verified for this class: 04-1-04-visitors-bar.png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04-1_matplotlib_graph.ipynb를 열고 셀 왼쪽 실행 버튼을 위에서 아래로 누릅니다. 그래프가 나타나면 막대 5개, 값 18·25·21·32·29, 목요일 최대, 제목과 축, 0 시작을 원본과 대조합니다.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그래프는 사실을 자동으로 설명하지 않습니다. 축 시작점과 선택한 기간이 인상을 바꿀 수 있습니다. 이 과목의 우선순위는 깊은 통계 해석보다 지정 그래프의 정확한 완성입니다. 시간이 남으면 부록의 ‘라이브러리’를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909d198ee4c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c8d11317544741" /><Relationship Type="http://schemas.openxmlformats.org/officeDocument/2006/relationships/slideLayout" Target="/ppt/slideLayouts/slideLayout1.xml" Id="R0c61d754be3144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61d754be3144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f843ec7914451" /><Relationship Type="http://schemas.openxmlformats.org/officeDocument/2006/relationships/notesSlide" Target="/ppt/notesSlides/notesSlide1.xml" Id="R7beeaa169b2c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0dee4cc0e488c" /><Relationship Type="http://schemas.openxmlformats.org/officeDocument/2006/relationships/notesSlide" Target="/ppt/notesSlides/notesSlide2.xml" Id="Rd96b9f0e7f3143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b7191b53c4ed4" /><Relationship Type="http://schemas.openxmlformats.org/officeDocument/2006/relationships/notesSlide" Target="/ppt/notesSlides/notesSlide3.xml" Id="R89a86ec8e83744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f7cdaa79a4184" /><Relationship Type="http://schemas.openxmlformats.org/officeDocument/2006/relationships/notesSlide" Target="/ppt/notesSlides/notesSlide4.xml" Id="R87552cb0ae7d40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fd403d76f42fc" /><Relationship Type="http://schemas.openxmlformats.org/officeDocument/2006/relationships/image" Target="/ppt/media/image.png" Id="R8a9d04ddc71446b5" /><Relationship Type="http://schemas.openxmlformats.org/officeDocument/2006/relationships/notesSlide" Target="/ppt/notesSlides/notesSlide5.xml" Id="R3e24f7eca3684c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219b7217e4af7" /><Relationship Type="http://schemas.openxmlformats.org/officeDocument/2006/relationships/notesSlide" Target="/ppt/notesSlides/notesSlide6.xml" Id="R412d459f7f8544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1e976780e48fe" /><Relationship Type="http://schemas.openxmlformats.org/officeDocument/2006/relationships/notesSlide" Target="/ppt/notesSlides/notesSlide7.xml" Id="R83e4fd29050746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Matplotlib으로 그래프 이해하기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그래프 함수를 외우지 않고 데이터·조건·원본과의 일치를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여러 숫자를 그래프로 바꾸면 무엇이 쉬워질까요?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표는 정확한 값을, 그래프는 크기와 변화 형태를 한눈에 보기 좋습니다.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표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정확한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관계와 변화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사람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원본 대조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표와 그래프는 서로를 완전히 대신하지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질문에 따라 그래프 모양이 달라집니다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막대 5개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항목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요일별 이용 인원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시간 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날짜별 기온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산점도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두 수치 관계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운동 시간과 심박수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수행평가에서는 교사가 그래프 종류와 표시 조건을 지정합니다.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 요청에는 완료 조건까지 담습니다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요일 5개 · 이용 인원 5개 · 막대그래프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원본 그대로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막대 지정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x·y 이름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시작점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y축 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제목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단위 포함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학생은 함수를 외우지 않고 AI가 이 다섯 조건을 지켰는지 확인합니다.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Notebook에서 실행한 그래프를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d04ddc71446b5"/>
          <a:stretch xmlns:a="http://schemas.openxmlformats.org/drawingml/2006/main"/>
        </p:blipFill>
        <p:spPr>
          <a:xfrm xmlns:a="http://schemas.openxmlformats.org/drawingml/2006/main">
            <a:off x="533400" y="2684859"/>
            <a:ext cx="6896100" cy="215503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막대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원본 5개 항목과 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세로축은 0에서 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최댓값은 Thu · 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그래프가 나타난 뒤 원본과 비교합니다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개수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막대 5개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원본 항목 수와 같은가?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18·25·21·32·29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높이와 최댓값이 맞는가?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제목·축·단위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교사가 지정한 조건을 지켰는가?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실행 성공이 아니라 원본 데이터와 조건의 일치가 완성 기준입니다.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그래프는 사실을 자동으로 설명하지 않습니다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축·기간·단위에 따라 같은 데이터도 다른 인상을 줄 수 있습니다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원본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축·단위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사람의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깊은 통계 해석보다 지정 그래프 완성과 원본 대조가 우선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pandas의 DataFrame으로 표와 그래프를 연결합니다.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2026-08-30T17:35:39.2080000Z</dcterms:created>
  <dcterms:modified xsi:type="dcterms:W3CDTF">2026-08-30T17:35:39.2080000Z</dcterms:modified>
</coreProperties>
</file>