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79b48bd844f27" /><Relationship Type="http://schemas.openxmlformats.org/officeDocument/2006/relationships/extended-properties" Target="/docProps/app.xml" Id="Re3415f3cdbca4883" /><Relationship Type="http://schemas.openxmlformats.org/officeDocument/2006/relationships/officeDocument" Target="/ppt/presentation.xml" Id="Refb569d52f45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5234b38e745ff"/>
  </p:sldMasterIdLst>
  <p:notesMasterIdLst>
    <p:notesMasterId xmlns:r="http://schemas.openxmlformats.org/officeDocument/2006/relationships" r:id="Ra0cb35c55f6c48ac"/>
  </p:notesMasterIdLst>
  <p:sldIdLst>
    <p:sldId xmlns:r="http://schemas.openxmlformats.org/officeDocument/2006/relationships" id="256" r:id="R31e18764da654de7"/>
    <p:sldId xmlns:r="http://schemas.openxmlformats.org/officeDocument/2006/relationships" id="257" r:id="Rb44ae4c3ab574633"/>
    <p:sldId xmlns:r="http://schemas.openxmlformats.org/officeDocument/2006/relationships" id="258" r:id="R8a60f51da6f74384"/>
    <p:sldId xmlns:r="http://schemas.openxmlformats.org/officeDocument/2006/relationships" id="259" r:id="R587fabdbf9864133"/>
    <p:sldId xmlns:r="http://schemas.openxmlformats.org/officeDocument/2006/relationships" id="260" r:id="Rdafa1db3a795438f"/>
    <p:sldId xmlns:r="http://schemas.openxmlformats.org/officeDocument/2006/relationships" id="261" r:id="R16870dec14b04e82"/>
    <p:sldId xmlns:r="http://schemas.openxmlformats.org/officeDocument/2006/relationships" id="262" r:id="Reae3520f4f494c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4164f43b145e1" /><Relationship Type="http://schemas.openxmlformats.org/officeDocument/2006/relationships/slideMaster" Target="/ppt/slideMasters/slideMaster1.xml" Id="Ra825234b38e745ff" /><Relationship Type="http://schemas.openxmlformats.org/officeDocument/2006/relationships/notesMaster" Target="/ppt/notesMasters/notesMaster1.xml" Id="Ra0cb35c55f6c48ac" /><Relationship Type="http://schemas.openxmlformats.org/officeDocument/2006/relationships/presProps" Target="/ppt/presProps.xml" Id="R9945dfef3c50423e" /><Relationship Type="http://schemas.openxmlformats.org/officeDocument/2006/relationships/tableStyles" Target="/ppt/tableStyles.xml" Id="R7beaa9cac3424c8f" /><Relationship Type="http://schemas.openxmlformats.org/officeDocument/2006/relationships/slide" Target="/ppt/slides/slide1.xml" Id="R31e18764da654de7" /><Relationship Type="http://schemas.openxmlformats.org/officeDocument/2006/relationships/slide" Target="/ppt/slides/slide2.xml" Id="Rb44ae4c3ab574633" /><Relationship Type="http://schemas.openxmlformats.org/officeDocument/2006/relationships/slide" Target="/ppt/slides/slide3.xml" Id="R8a60f51da6f74384" /><Relationship Type="http://schemas.openxmlformats.org/officeDocument/2006/relationships/slide" Target="/ppt/slides/slide4.xml" Id="R587fabdbf9864133" /><Relationship Type="http://schemas.openxmlformats.org/officeDocument/2006/relationships/slide" Target="/ppt/slides/slide5.xml" Id="Rdafa1db3a795438f" /><Relationship Type="http://schemas.openxmlformats.org/officeDocument/2006/relationships/slide" Target="/ppt/slides/slide6.xml" Id="R16870dec14b04e82" /><Relationship Type="http://schemas.openxmlformats.org/officeDocument/2006/relationships/slide" Target="/ppt/slides/slide7.xml" Id="Reae3520f4f494c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efaa39659c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5d943302044ea" /><Relationship Type="http://schemas.openxmlformats.org/officeDocument/2006/relationships/notesMaster" Target="/ppt/notesMasters/notesMaster1.xml" Id="R8fd06aa1d5dd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10fe1b4b36436e" /><Relationship Type="http://schemas.openxmlformats.org/officeDocument/2006/relationships/notesMaster" Target="/ppt/notesMasters/notesMaster1.xml" Id="R197100b61ef541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fba189008492b" /><Relationship Type="http://schemas.openxmlformats.org/officeDocument/2006/relationships/notesMaster" Target="/ppt/notesMasters/notesMaster1.xml" Id="R8cf21f66e5f4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9f16a3bcbb4e36" /><Relationship Type="http://schemas.openxmlformats.org/officeDocument/2006/relationships/notesMaster" Target="/ppt/notesMasters/notesMaster1.xml" Id="R8019f4595b4f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251463339474d" /><Relationship Type="http://schemas.openxmlformats.org/officeDocument/2006/relationships/notesMaster" Target="/ppt/notesMasters/notesMaster1.xml" Id="Rf96df168403447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8ee6df74d4e75" /><Relationship Type="http://schemas.openxmlformats.org/officeDocument/2006/relationships/notesMaster" Target="/ppt/notesMasters/notesMaster1.xml" Id="R46183cac179a4a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076b8c5dd94acb" /><Relationship Type="http://schemas.openxmlformats.org/officeDocument/2006/relationships/notesMaster" Target="/ppt/notesMasters/notesMaster1.xml" Id="R0f79084b5a2843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</a:t>
            </a:r>
          </a:p>
          <a:p xmlns:a="http://schemas.openxmlformats.org/drawingml/2006/main">
            <a:r>
              <a:t>0–7분: dict와 표를 나란히 보기</a:t>
            </a:r>
          </a:p>
          <a:p xmlns:a="http://schemas.openxmlformats.org/drawingml/2006/main">
            <a:r>
              <a:t>7–15분: pandas와 DataFrame 구분</a:t>
            </a:r>
          </a:p>
          <a:p xmlns:a="http://schemas.openxmlformats.org/drawingml/2006/main">
            <a:r>
              <a:t>15–25분: dict가 행·열 표로 바뀌는 과정</a:t>
            </a:r>
          </a:p>
          <a:p xmlns:a="http://schemas.openxmlformats.org/drawingml/2006/main">
            <a:r>
              <a:t>25–33분: head·columns·max 결과 읽기</a:t>
            </a:r>
          </a:p>
          <a:p xmlns:a="http://schemas.openxmlformats.org/drawingml/2006/main">
            <a:r>
              <a:t>33–41분: 04-2 Notebook 실행과 그래프 대조</a:t>
            </a:r>
          </a:p>
          <a:p xmlns:a="http://schemas.openxmlformats.org/drawingml/2006/main">
            <a:r>
              <a:t>41–45분: 수행평가 1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pandas는 표를 다루는 도구이고 DataFrame은 그 도구 안에서 실제 데이터를 담는 표입니다. 이 한 문장을 반복합니다.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pandas는 AI가 아닙니다. 표를 읽고 정리하는 기능을 제공합니다. 어떤 열을 사용할지, 출력이 맞는지는 사람이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dict의 day와 visitors라는 이름이 DataFrame의 열 이름이 됩니다. 같은 위치의 Mon과 18이 한 행으로 묶입니다. 코드를 외우기보다 이름이 어디로 이동했는지 색과 위치로 따라갑니다.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head는 앞부분, columns는 열 이름, max는 최댓값을 확인합니다. 학생은 함수 이름을 암기하지 않고 출력이 원본 표와 같은지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04-2_pandas_table.ipynb에서 dict, DataFrame, 그래프 셀을 차례로 실행합니다. day 열이 가로축, visitors 열이 세로축으로 이어지는 장면을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sample generated and verified for this class: 04-2-02-dataframe-bar.png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한 요청 안에 DataFrame, 최댓값, 지정 그래프와 완료 조건을 담습니다. 다음 차시에는 교사가 제공한 CSV와 요구 조건을 사용하고 Notebook과 사용한 CSV를 함께 제출합니다. 두 데이터 중 하나를 고른다는 말은 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표를 쉽게 다뤄도 확인 책임은 남습니다. dict → DataFrame → 열 확인 → 그래프 확인 순서로 말하게 합니다. 해석 점수보다 요구한 그래프를 정확히 만드는 것이 우선입니다.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d9aed793a48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9eddf72894462c" /><Relationship Type="http://schemas.openxmlformats.org/officeDocument/2006/relationships/slideLayout" Target="/ppt/slideLayouts/slideLayout1.xml" Id="Ra93d43d99d3845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d43d99d3845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a5239edcf499b" /><Relationship Type="http://schemas.openxmlformats.org/officeDocument/2006/relationships/notesSlide" Target="/ppt/notesSlides/notesSlide1.xml" Id="R9e9829aa5387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ddac02fb0451d" /><Relationship Type="http://schemas.openxmlformats.org/officeDocument/2006/relationships/notesSlide" Target="/ppt/notesSlides/notesSlide2.xml" Id="Rfd33fa7da70d4f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33527ff934c73" /><Relationship Type="http://schemas.openxmlformats.org/officeDocument/2006/relationships/notesSlide" Target="/ppt/notesSlides/notesSlide3.xml" Id="R5c157115f4d449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4f2c145c342b3" /><Relationship Type="http://schemas.openxmlformats.org/officeDocument/2006/relationships/notesSlide" Target="/ppt/notesSlides/notesSlide4.xml" Id="Rc6e544e41200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2dfb4f5744c92" /><Relationship Type="http://schemas.openxmlformats.org/officeDocument/2006/relationships/image" Target="/ppt/media/image.png" Id="Rb93fda1d44f14a40" /><Relationship Type="http://schemas.openxmlformats.org/officeDocument/2006/relationships/notesSlide" Target="/ppt/notesSlides/notesSlide5.xml" Id="Rc52ebe3d606f44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8ea1011bd4ca0" /><Relationship Type="http://schemas.openxmlformats.org/officeDocument/2006/relationships/notesSlide" Target="/ppt/notesSlides/notesSlide6.xml" Id="R49788daa47c64d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1227bec1461f" /><Relationship Type="http://schemas.openxmlformats.org/officeDocument/2006/relationships/notesSlide" Target="/ppt/notesSlides/notesSlide7.xml" Id="R07a7417a236044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pandas로 표 데이터를 쉽게 사용하기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dict에서 DataFrame으로 이어지는 관계를 보고 표와 그래프를 원본과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 데이터를 Python에서 더 쉽게 다루려면?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pandas는 표를 다루는 도구이고 DataFrame은 실제 데이터를 담는 행·열 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dict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이름과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DataFrame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행과 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 이름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pandas는 데이터를 대신 판단하는 AI가 아닙니다.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dict가 DataFrame의 열로 이어집니다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 이름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Mon · Tue · Wed · Thu · Fri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visitors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 이름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18 · 25 · 21 · 32 · 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같은 위치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한 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Mon과 18이 한 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pandas는 표를 다루는 라이브러리, DataFrame은 그 안에서 다루는 표입니다.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코드에서 네 결과만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df.head() · df.columns · max() · df.plot()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5개인가?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day·visitors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최댓값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32인가?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day·visitors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제목·축·0 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함수 이름을 외우기보다 출력 결과가 원본과 같은지 확인합니다.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DataFrame의 열이 그래프로 이어집니다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fda1d44f14a40"/>
          <a:stretch xmlns:a="http://schemas.openxmlformats.org/drawingml/2006/main"/>
        </p:blipFill>
        <p:spPr>
          <a:xfrm xmlns:a="http://schemas.openxmlformats.org/drawingml/2006/main">
            <a:off x="2516981" y="1809750"/>
            <a:ext cx="2928938" cy="39052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원본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dict의 day·visitors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DataFrame의 행과 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지정 막대그래프와 원본 대조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표와 그래프를 한 요청에서 완성합니다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DataFrame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행 수·열 이름·값을 원본과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수치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최댓값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32가 나오는지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그래프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막대그래프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열·막대 수·높이·표시 조건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다음 수행평가에서는 Notebook과 사용한 CSV를 함께 제출합니다.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표를 쉽게 다뤄도 확인 책임은 남습니다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pandas는 열 이름으로 표와 그래프를 짧게 연결합니다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DataFrame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열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그래프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AI가 만든 표와 그래프를 원본의 행·열·값과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두 CSV 중 하나로 지정 그래프를 완성합니다.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4-2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2026-08-30T17:35:39.6820000Z</dcterms:created>
  <dcterms:modified xsi:type="dcterms:W3CDTF">2026-08-30T17:35:39.6820000Z</dcterms:modified>
</coreProperties>
</file>