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71eb7145b4a9e" /><Relationship Type="http://schemas.openxmlformats.org/officeDocument/2006/relationships/extended-properties" Target="/docProps/app.xml" Id="R7d327ff2fd04471d" /><Relationship Type="http://schemas.openxmlformats.org/officeDocument/2006/relationships/officeDocument" Target="/ppt/presentation.xml" Id="R61bba3de79704c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6ff36a966e41e3"/>
  </p:sldMasterIdLst>
  <p:notesMasterIdLst>
    <p:notesMasterId xmlns:r="http://schemas.openxmlformats.org/officeDocument/2006/relationships" r:id="Rea6ff057116d4d8f"/>
  </p:notesMasterIdLst>
  <p:sldIdLst>
    <p:sldId xmlns:r="http://schemas.openxmlformats.org/officeDocument/2006/relationships" id="256" r:id="R9cbd7202e71246af"/>
    <p:sldId xmlns:r="http://schemas.openxmlformats.org/officeDocument/2006/relationships" id="257" r:id="R503b204a81b1411c"/>
    <p:sldId xmlns:r="http://schemas.openxmlformats.org/officeDocument/2006/relationships" id="258" r:id="R897652e0001a4bd5"/>
    <p:sldId xmlns:r="http://schemas.openxmlformats.org/officeDocument/2006/relationships" id="259" r:id="R974af7c1b53f4fac"/>
    <p:sldId xmlns:r="http://schemas.openxmlformats.org/officeDocument/2006/relationships" id="260" r:id="R7d17e307da2d471d"/>
    <p:sldId xmlns:r="http://schemas.openxmlformats.org/officeDocument/2006/relationships" id="261" r:id="R2e8a11734b064f67"/>
    <p:sldId xmlns:r="http://schemas.openxmlformats.org/officeDocument/2006/relationships" id="262" r:id="Refdfce4ea94b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ec0af1c97642b5" /><Relationship Type="http://schemas.openxmlformats.org/officeDocument/2006/relationships/slideMaster" Target="/ppt/slideMasters/slideMaster1.xml" Id="R566ff36a966e41e3" /><Relationship Type="http://schemas.openxmlformats.org/officeDocument/2006/relationships/notesMaster" Target="/ppt/notesMasters/notesMaster1.xml" Id="Rea6ff057116d4d8f" /><Relationship Type="http://schemas.openxmlformats.org/officeDocument/2006/relationships/presProps" Target="/ppt/presProps.xml" Id="Rb40cc17fdd78407d" /><Relationship Type="http://schemas.openxmlformats.org/officeDocument/2006/relationships/tableStyles" Target="/ppt/tableStyles.xml" Id="R1d3a0ed117b34868" /><Relationship Type="http://schemas.openxmlformats.org/officeDocument/2006/relationships/slide" Target="/ppt/slides/slide1.xml" Id="R9cbd7202e71246af" /><Relationship Type="http://schemas.openxmlformats.org/officeDocument/2006/relationships/slide" Target="/ppt/slides/slide2.xml" Id="R503b204a81b1411c" /><Relationship Type="http://schemas.openxmlformats.org/officeDocument/2006/relationships/slide" Target="/ppt/slides/slide3.xml" Id="R897652e0001a4bd5" /><Relationship Type="http://schemas.openxmlformats.org/officeDocument/2006/relationships/slide" Target="/ppt/slides/slide4.xml" Id="R974af7c1b53f4fac" /><Relationship Type="http://schemas.openxmlformats.org/officeDocument/2006/relationships/slide" Target="/ppt/slides/slide5.xml" Id="R7d17e307da2d471d" /><Relationship Type="http://schemas.openxmlformats.org/officeDocument/2006/relationships/slide" Target="/ppt/slides/slide6.xml" Id="R2e8a11734b064f67" /><Relationship Type="http://schemas.openxmlformats.org/officeDocument/2006/relationships/slide" Target="/ppt/slides/slide7.xml" Id="Refdfce4ea94b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1e6e4b7f9d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2bb0889704353" /><Relationship Type="http://schemas.openxmlformats.org/officeDocument/2006/relationships/notesMaster" Target="/ppt/notesMasters/notesMaster1.xml" Id="R5cbe1143c22e42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447e4f05243ab" /><Relationship Type="http://schemas.openxmlformats.org/officeDocument/2006/relationships/notesMaster" Target="/ppt/notesMasters/notesMaster1.xml" Id="Rb8ddbda5e3ec48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ded4560b0742f0" /><Relationship Type="http://schemas.openxmlformats.org/officeDocument/2006/relationships/notesMaster" Target="/ppt/notesMasters/notesMaster1.xml" Id="R6e54affec95644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72e624f8e4565" /><Relationship Type="http://schemas.openxmlformats.org/officeDocument/2006/relationships/notesMaster" Target="/ppt/notesMasters/notesMaster1.xml" Id="R2be10ac1e983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d4a652124a4606" /><Relationship Type="http://schemas.openxmlformats.org/officeDocument/2006/relationships/notesMaster" Target="/ppt/notesMasters/notesMaster1.xml" Id="Rd53c1a0839ad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a1539d41749e1" /><Relationship Type="http://schemas.openxmlformats.org/officeDocument/2006/relationships/notesMaster" Target="/ppt/notesMasters/notesMaster1.xml" Id="R94ba18cb5685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0a1999aafc43cd" /><Relationship Type="http://schemas.openxmlformats.org/officeDocument/2006/relationships/notesMaster" Target="/ppt/notesMasters/notesMaster1.xml" Id="Rdc1b17b309ae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0–10분 · pandas와 DataFrame</a:t>
            </a:r>
          </a:p>
          <a:p xmlns:a="http://schemas.openxmlformats.org/drawingml/2006/main">
            <a:r>
              <a:t>10–20분 · dict에서 행·열 표로</a:t>
            </a:r>
          </a:p>
          <a:p xmlns:a="http://schemas.openxmlformats.org/drawingml/2006/main">
            <a:r>
              <a:t>20–30분 · head·columns·max 결과 확인</a:t>
            </a:r>
          </a:p>
          <a:p xmlns:a="http://schemas.openxmlformats.org/drawingml/2006/main">
            <a:r>
              <a:t>30–40분 · DataFrame과 그래프 연결</a:t>
            </a:r>
          </a:p>
          <a:p xmlns:a="http://schemas.openxmlformats.org/drawingml/2006/main">
            <a:r>
              <a:t>40–45분 · 수행평가 연결과 완료 확인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pandas는 표를 다루는 도구, DataFrame은 그 도구 안에서 실제 데이터를 담는 표라는 문장을 반복합니다. pandas가 판단하는 AI는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3-2의 dict를 다시 보여 주고 각 이름이 열 이름이 되며 같은 위치의 값이 한 행이 되는 모습을 연결합니다. 새로운 세계가 아니라 기존 자료구조가 표로 바뀐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학생이 외울 것은 함수 이름이 아니라 결과 확인입니다. 행 수, 열 이름, 최댓값, 그래프에 사용한 열을 원본과 비교합니다.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Notebook에는 설명, AI가 만든 코드, 실행 결과 그래프, 학생의 확인이 함께 남습니다. 결과만 캡처하는 것이 아니라 과정을 제출하는 이유입니다.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교과서 배포 자산 · Notebook 흐름 도식 · 2026-08-29 수업용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표의 행과 열, 최댓값, 그래프의 막대 수와 높이를 순서대로 확인합니다. 함수 이름을 모르더라도 열 이름과 숫자를 읽을 수 있으면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다음 수행평가에서는 교사가 지정한 그래프를 정확히 만드는 것이 1순위입니다. 해석보다 Notebook과 CSV를 함께 제출하고 요구 조건을 지켰는지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0dd363305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74deebf124cb6" /><Relationship Type="http://schemas.openxmlformats.org/officeDocument/2006/relationships/slideLayout" Target="/ppt/slideLayouts/slideLayout1.xml" Id="R575f4007577b42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f4007577b42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8d4e0a0c4917" /><Relationship Type="http://schemas.openxmlformats.org/officeDocument/2006/relationships/notesSlide" Target="/ppt/notesSlides/notesSlide1.xml" Id="R0e6c000e22f24d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d255ea78442d2" /><Relationship Type="http://schemas.openxmlformats.org/officeDocument/2006/relationships/notesSlide" Target="/ppt/notesSlides/notesSlide2.xml" Id="R55e3dcbf05cc4a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286e232fb4026" /><Relationship Type="http://schemas.openxmlformats.org/officeDocument/2006/relationships/notesSlide" Target="/ppt/notesSlides/notesSlide3.xml" Id="R770bf019c9a5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7dd257d2c431e" /><Relationship Type="http://schemas.openxmlformats.org/officeDocument/2006/relationships/notesSlide" Target="/ppt/notesSlides/notesSlide4.xml" Id="R704fd0837db843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4fc8158364b3f" /><Relationship Type="http://schemas.openxmlformats.org/officeDocument/2006/relationships/image" Target="/ppt/media/image.png" Id="R08701f3b20e24b82" /><Relationship Type="http://schemas.openxmlformats.org/officeDocument/2006/relationships/notesSlide" Target="/ppt/notesSlides/notesSlide5.xml" Id="R89dcafb1725b45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5b87e560d4792" /><Relationship Type="http://schemas.openxmlformats.org/officeDocument/2006/relationships/notesSlide" Target="/ppt/notesSlides/notesSlide6.xml" Id="Rb69cf5f960dd4d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4b940da64c0c" /><Relationship Type="http://schemas.openxmlformats.org/officeDocument/2006/relationships/notesSlide" Target="/ppt/notesSlides/notesSlide7.xml" Id="Rb9202e3fad5e45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pandas로 표 데이터를 쉽게 사용하기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dict에서 DataFrame으로 이어지는 관계를 보고 표와 그래프를 원본과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 데이터를 Python에서 더 쉽게 다루려면?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pandas는 표를 다루는 도구이고 DataFrame은 실제 데이터를 담는 행·열 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dict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이름과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행과 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pandas는 데이터를 대신 판단하는 AI가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dict가 DataFrame의 열로 이어집니다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Mon · Tue · Wed · Thu · Fri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visitors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18 · 25 · 21 · 32 · 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같은 위치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한 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Mon과 18이 한 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pandas는 표를 다루는 라이브러리, DataFrame은 그 안에서 다루는 표입니다.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코드에서 네 결과만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df.head() · df.columns · max() · df.plot()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5개인가?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day·visitors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최댓값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32인가?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day·visitors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제목·축·0 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함수 이름을 외우기보다 출력 결과가 원본과 같은지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Notebook에는 요청·코드·결과·확인이 남습니다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01f3b20e24b82"/>
          <a:stretch xmlns:a="http://schemas.openxmlformats.org/drawingml/2006/main"/>
        </p:blipFill>
        <p:spPr>
          <a:xfrm xmlns:a="http://schemas.openxmlformats.org/drawingml/2006/main">
            <a:off x="2516981" y="1809750"/>
            <a:ext cx="2928938" cy="3905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설명 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무엇을 만들지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코드 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만든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결과 그래프와 학생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표와 그래프를 한 요청에서 완성합니다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행 수·열 이름·값을 원본과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수치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최댓값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32가 나오는지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그래프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막대그래프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열·막대 수·높이·표시 조건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다음 수행평가에서는 Notebook과 사용한 CSV를 함께 제출합니다.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표를 쉽게 다뤄도 확인 책임은 남습니다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pandas는 열 이름으로 표와 그래프를 짧게 연결합니다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열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AI가 만든 표와 그래프를 원본의 행·열·값과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두 CSV 중 하나로 지정 그래프를 완성합니다.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2026-08-29T14:38:54.3350000Z</dcterms:created>
  <dcterms:modified xsi:type="dcterms:W3CDTF">2026-08-29T14:38:54.3350000Z</dcterms:modified>
</coreProperties>
</file>