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계획서를 썼죠. 사용자, 목적, 흐름, 기능, 화면, 완성 기준.
그 계획서에 아직 안 채운 항목이 하나 있습니다. **5번 데이터.** 서비스가 무엇을 기억해야 하는가.
오늘 그걸 채울 준비를 합니다. 표가 어떻게 생겼는지, 표를 어떻게 나누는지를 배우고, 배울 때마다 **내 서비스의 표로 바로 옮겨 그립니다.**
오늘 그린 표가 다음 시간에 계획서의 데이터 항목이 됩니다.
[진행 메모]
6-2에서 만든 PRD 파일을 열어 두게 한다. 오늘 그 문서를 직접 고치지는 않지만 옆에 있어야 한다.
교과서를 안 가져온 학생은 옆 사람 것을 같이 보게 한다.
[시간 계획 — 학생 화면에는 표시하지 않는다]
0–2 표지 / 2–6 껐다 켜니 사라진 것 / 6–10 데이터베이스가 하는 일 / 10–14 표·행·열
14–18 적기① 내 표 / 18–21 값의 종류 / 21–25 기본키 / 25–30 워크시트①
30–33 표 나누기 / 33–36 외래키와 1:N / 36–39 적기② 내 표 두 개
39–42 JOIN / 42–44 워크시트② / 44–45 정리
※ 밀리면 「3. 값의 종류」와 「9. 표의 수」를 줄인다. 적는 활동 넷은 줄이지 않는다.
※ SQL 문장은 한 줄도 쓰지 않는다. 그림과 표로만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[2–6분] 껐다 켜니 사라진 것
질문 하나로 시작합니다. 할 일을 적는 앱을 만들었다고 합시다. 오늘 세 개를 적었어요. 그리고 앱을 껐습니다.
내일 다시 열면 그 세 개가 있어야 합니까, 없어야 합니까?
(답을 듣는다) 있어야죠. 없으면 쓸 이유가 없습니다.
그런데 아무것도 안 하면 **없어집니다.** 적은 것은 잠깐 메모리에만 있다가 창을 닫는 순간 사라져요.
남게 하려면 어딘가에 **저장**해야 합니다. 그 저장하는 곳이 데이터베이스입니다.
여러분이 6-1에서 적은 완성 기준 중에 「다시 열었을 때 남아 있다」 비슷한 게 있었을 겁니다. 그게 오늘 이야기입니다.
[예상 질문]
Q. 그냥 파일로 저장하면 안 되나요?
A. 된다. 실제로 작은 프로그램은 그렇게 한다. 다만 찾고 고치고 지우는 일이 많아지면 표로 정리된 쪽이 훨씬 편하다. 그 정리된 형태가 데이터베이스다.
[진행 메모]
질문을 던지고 답을 듣는다. 설명부터 시작하지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[6–10분] 데이터베이스가 하는 일
네 가지입니다. 남긴다, 찾는다, 고친다, 지운다.
오른쪽 칸을 보세요. 각각이 없으면 무슨 일이 생기는지. 이게 데이터베이스가 필요한 이유의 전부입니다.
이 수업에서는 **표로 된 것**만 씁니다. 관계형 데이터베이스라고 부르는 거예요. 11회에 SQLite 라는 걸 쓸 텐데 그게 이 종류입니다.
교과서 6쪽에 NoSQL 이야기가 있습니다. 표가 아닌 방식도 있다는 것만 알아 두세요. 지금 찾아볼 필요 없습니다.
[예상 질문]
Q. 엑셀도 표인데 그럼 데이터베이스인가요?
A. 표라는 점은 같다. 다만 여러 사람이 동시에 쓰거나, 프로그램이 자동으로 찾고 고치는 일에는 데이터베이스가 맞게 만들어져 있다.
[진행 메모]
NoSQL 은 1분 넘기지 않는다. 교과서에 있으니 읽고 싶은 학생은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[10–14분] 표는 같은 종류의 대상을 모은다
독서 기록 표입니다. 4-1에서 본 표와 구조가 같아요.
가로 한 줄이 **행**입니다. 저장된 대상 하나. 여기서는 독서 기록 하나죠.
세로 한 칸이 **열**입니다. 그 대상이 가진 항목.
오늘 제일 중요한 건 아래 띠입니다. 표를 만들기 전에 **「이 표의 한 행은 무엇 하나를 나타내는가」를 먼저 문장으로 정합니다.**
여기서는 「이 표의 한 행은 독서 기록 하나를 나타낸다」예요.
이걸 안 정하고 열부터 만들면 어떻게 되냐면, 책이랑 독서 기록이랑 회원이 한 표에 섞입니다. 그러면 「기록이 몇 개지?」 같은 간단한 것도 못 셉니다. 뭘 세야 할지 모르니까요.
[예상 질문]
Q. id 는 왜 있어요?
A. 다음다음 절에서 다룬다. 지금은 「번호가 붙어 있다」까지만.
[진행 메모]
4-2의 DataFrame 화면을 떠올리게 한다. **행 번호가 왼쪽에 붙어 있던 그 표와 같은 모양**이다.
「한 행이 무엇인가」를 소리 내어 한 번 읽힌다. 바로 다음 장에서 학생이 그 문장을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[14–18분] 지금 적는다 ① 내 표 하나
교과서 10쪽입니다. 4분 드립니다.
6-2에서 쓴 계획서를 떠올리세요. 그 서비스가 **반드시 기억해야 하는 것** 하나가 뭡니까?
할 일 목록이면 「할 일 하나」겠죠. 독서 기록이면 「읽은 기록 하나」고요.
**위 문장을 먼저 채우세요.** 그다음에 열을 적습니다. 순서 바꾸지 마세요.
id 는 이미 적혀 있습니다. 자동으로 붙는 번호라 여러분이 안 정해도 됩니다. 나머지 세 칸을 채우세요.
(돌아다니며 확인한다)
[예상 질문]
Q. 열이 세 개가 안 되는데요.
A. 두 개여도 된다. 억지로 늘리지 않는다. 나중에 늘어난다.
[진행 메모]
**「한 행은 사용자 하나」라고 적는 학생이 나온다.** 대부분 틀린 답이다. 서비스가 기억하는 건 사용자가 아니라 사용자가 남긴 기록이다.
6-1에서 「요일 표의 한 행은 하루지 한 사람이 아니다」를 했다. 그걸 상기시킨다.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열에는 값의 종류가 있다
열마다 어떤 값이 들어갈지가 정해져 있습니다. 네 가지만 보면 됩니다.
글자, 숫자, 날짜, 참·거짓.
2-2에서 숫자 1과 문자 "1"이 다르다고 했죠. 같은 구분입니다.
숫자로 정해 두면 계산할 수 있고, 글자로 두면 못 합니다. 평점을 글자로 저장하면 평균을 못 냅니다.
정확한 이름은 안 외워도 됩니다. **「이 칸에 뭐가 들어가는가」**만 정하면 돼요.
[예상 질문]
Q. 전화번호는 숫자예요?
A. 글자다. 앞에 0이 붙고, 더하거나 빼지 않는다. 계산할 게 아니면 글자다. (다만 이 수업에서 전화번호는 저장하지 않는다)
[진행 메모]
시간이 밀렸으면 이 장은 30초로 줄인다. 「글자·숫자·날짜·참거짓 네 가지」만 말하고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[21–25분] 기본키는 각 행을 하나로 구별한다
같은 반에 김민준이 두 명 있습니다. 선생님이 「민준이 성적을 고쳐야겠다」고 하면 누구를 말하는지 알 수 있습니까?
(답을 듣는다) 없죠. 그래서 학교는 **학번**을 씁니다.
표도 똑같습니다. 행 하나를 딱 집어내려면 겹치지 않는 값이 필요합니다. 그걸 **기본키**라고 합니다.
조건이 셋입니다. 겹치지 않는다, 비어 있지 않다, **바뀌지 않는다.**
제목이나 이름도 행을 가리킬 수 있을 것 같지만, 같을 수 있고 나중에 바뀔 수 있습니다. 그래서 안 됩니다.
이 수업에서는 표마다 id 를 자동으로 붙입니다. 여러분이 정할 게 없어요.
[예상 질문]
Q. 그럼 id 는 누가 정해요?
A. 데이터베이스가 알아서 1, 2, 3 하고 붙인다. 11회에 실제로 그렇게 되는 걸 본다.
[진행 메모]
**세 조건을 학생이 따라 말하게 한다.** 바로 다음 워크시트가 그 세 조건으로 판정하는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[25–30분] 워크시트 ① 기본키 고르기
교과서 14쪽입니다. 네 줄. 4분 드립니다.
세 조건으로 판정하세요. 겹치지 않는가, 비어 있지 않은가, 바뀌지 않는가.
(돌아다니며 확인한다)
3번 휴대폰 번호가 재미있습니다. 겹치지는 않죠. 그런데 **바뀝니다.** 번호를 바꾸면 그 사람을 못 찾게 됩니다.
(4분 뒤 함께 확인한다. 1번 이름 — 겹친다. 2번 학번 — 된다. 3번 번호 — 바뀐다)
네 번째 줄에 id 라고 적었으면 맞습니다. 이 수업에서는 그게 정답이에요.
[예상 질문]
Q. 학번도 전학 가면 바뀌지 않나요?
A. 좋은 지적이다. 그래서 실제 시스템은 학번 말고 안 바뀌는 내부 번호를 따로 둔다. 우리가 id 를 쓰는 이유와 같다.
[진행 메모]
**이 활동이 이 차시의 첫 번째 학습 목표다.** 4분은 지킨다.
「휴대폰 번호는 개인정보라 저장 안 한다」는 지적이 나오면 잘 봤다고 하고 6-1의 안전 원칙과 이어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[30–33분] 반복되면 표를 나눈다
같은 책을 세 번 읽고 세 번 기록했다고 합시다. 한 표에 다 넣으면 제목과 저자가 세 번 적힙니다.
그게 왜 문제냐면, 제목을 고쳐야 할 때 **세 줄을 다 고쳐야** 합니다. 하나라도 빠뜨리면 같은 책인데 다른 책처럼 보입니다.
그래서 나눕니다. 책 정보는 책 표에 한 번만, 독서 기록에는 **어느 책인지 번호만** 적어 둡니다.
중요한 건 순서입니다. **반복되는 게 보이면 그때 나눕니다.** 미리 나누지 않아요.
그리고 표가 하나뿐이어도 됩니다. 이 수업에서는 그걸로 충분합니다.
[진행 메모]
「나누는 게 좋은 것」으로 들리면 안 된다. **반복이 보일 때만** 나눈다는 조건을 붙여 말한다.
표를 억지로 두 개 만드는 학생이 다음 시간에 반드시 나온다. 여기서 미리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[33–36분] 외래키와 1:N
도서관 대출 기록에는 책 제목 전체가 아니라 **청구기호**만 적혀 있죠. 그 기호로 서가의 책을 찾아갑니다.
표도 같습니다. 독서 기록에 책 제목을 다 적는 게 아니라 **책의 번호만** 적어 둡니다. 그 번호를 **외래키**라고 합니다.
기본키와 방향이 반대예요. 기본키는 자기 표 안에서 행을 구별하고, 외래키는 다른 표의 행을 가리킵니다.
그리고 책 한 권에 독서 기록이 여러 개 붙을 수 있죠. 같은 책을 두 번 읽을 수 있으니까요. 이걸 **1:N** 이라고 합니다.
여기서 하나만 기억하세요. **외래키는 여러 개가 있는 쪽에 둡니다.**
반대로 두면 곤란해집니다. 책 표에 「이 책의 기록들」 칸을 만들면 기록이 세 개일 때 한 칸에 세 개를 넣어야 해요. 표의 한 칸에는 값 하나가 원칙입니다.
[예상 질문]
Q. N:M 은요?
A. 이 수업에서는 안 한다. 이름을 들어 봤어도 지금 찾아볼 필요 없다. 교과서 18쪽에 그렇게 적혀 있다.
[진행 메모]
「외래키는 N 쪽에」를 소리 내어 한 번 따라 하게 한다. 다음 장에서 그걸 적는다.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[36–39분] 지금 적는다 ② 내 표 두 개
교과서 19쪽입니다. 3분.
세 칸입니다. 앞의 두 칸은 내 서비스에서 무엇 하나에 무엇 여러 개가 붙는지. 세 번째 칸은 외래키를 어느 표에 두는지.
세 번째 칸의 답은 항상 **두 번째 칸에 적은 것**입니다. 여러 개가 있는 쪽이니까요.
여기서 중요한 게 있습니다. **표가 하나뿐이어도 됩니다.** 그때는 「표 하나로 충분하다」라고 적으세요.
억지로 나누지 마세요. 반복되는 게 안 보이면 안 나누는 게 맞습니다.
(돌아다니며 확인한다)
[예상 질문]
Q. 저는 표가 하나인데 이 칸을 어떻게 채워요?
A. 「표 하나로 충분하다」 한 줄이면 된다. 그게 정답인 서비스가 절반은 된다.
[진행 메모]
**표를 세 개 이상 만든 학생을 잡는다.** 이 수업 범위는 1~2개다. 다음 시간에 계획서에 적을 때 그대로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[39–42분] 연결하면 사람이 읽을 수 있게 된다
독서 기록 표만 보면 book_id 가 1 이라고만 나옵니다. 1번이 무슨 책인지 알 수 없죠.
책 표와 연결하면 「어린 왕자, 5점」이 됩니다. 사람이 읽을 수 있는 결과가 되는 거예요.
이렇게 관계로 연결된 표의 정보를 **필요한 순간에 함께 가져오는 것**을 JOIN 이라고 합니다.
이 수업에서는 **SQL 문장을 쓰지 않습니다.** JOIN 의 종류도 안 외웁니다.
예시를 보고 세 가지만 알아보면 충분합니다. 어떤 두 표를 연결하는가, 어느 기본키와 외래키가 연결되는가, 연결한 결과 화면에 뭘 보여 주는가.
[예상 질문]
Q. 그럼 JOIN 은 누가 써요?
A. 10회부터 AI 가 쓴다. 여러분은 그 결과가 맞는지 본다. 4-1에서 그래프를 AI에게 시키고 원본과 대조한 것과 같다.
[진행 메모]
표가 하나뿐인 학생에게는 「너는 JOIN 이 필요 없다」고 분명히 말해 준다. 안 그러면 억지로 표를 나눈다.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워크시트 ② 필요한 표 찾기
교과서 22쪽입니다. 세 줄. 2분.
책 표와 독서 기록 표가 있다고 치고, 각 질문에 답하려면 어느 표가 필요한지 적으세요.
1번은 기록 표 하나면 됩니다. 세기만 하면 되니까요.
2번이 중요합니다. 제목은 책 표에 있고 평점은 기록 표에 있어요. **둘 다 필요합니다.** 그게 JOIN 이 필요한 순간입니다.
3번은 내 서비스로 적으세요.
[진행 메모]
시간이 없으면 1·2번을 다 함께 말로 하고 3번만 손으로 적게 한다.
표가 하나인 학생의 3번 답은 「표 하나면 된다」가 정상이다.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네 가지를 남깁니다.
첫째, **한 행이 무엇인지 먼저 정합니다.** 열은 그다음입니다.
둘째, 기본키는 행을 하나로 구별합니다. 겹치지 않고 비어 있지 않고 바뀌지 않아야 합니다. 우리는 id 를 씁니다.
셋째, **반복이 보일 때만** 표를 나눕니다. 표가 하나여도 됩니다.
넷째, 외래키는 여러 개가 있는 쪽에 둡니다.
오늘 적은 것 네 개를 다음 시간에 계획서의 5번 데이터 항목에 옮깁니다. **교과서를 꼭 가져오세요.**
23쪽 뒤에 표가 몇 개 필요한지, 흔한 오해, 학습 범위, 확인 문제가 있습니다. 읽어 오세요.
[진행 메모]
**교과서와 PRD 파일 둘 다 가져오라고 말한다.**
23쪽 뒤를 건너뛰는 것이 정상이다. 적는 활동 넷이 이 차시의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관계형 데이터베이스의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6118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표를 배우고 끝내지 않습니다.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배울 때마다 내 서비스의 표로 바로 옮겨 그립니다.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켜니 사라진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2–3쪽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194560"/>
          </a:xfrm>
          <a:prstGeom prst="roundRect">
            <a:avLst>
              <a:gd name="adj" fmla="val 2292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메모리에만 있으면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닫으면 사라진다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962656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적어 둔 것이 창을 닫는 순간 없어진다.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열면 처음 화면이다.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5916168" y="29718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5349240" cy="2194560"/>
          </a:xfrm>
          <a:prstGeom prst="roundRect">
            <a:avLst>
              <a:gd name="adj" fmla="val 2292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데이터베이스에 두면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열어도 있다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2962656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어제 적은 것이 오늘도 그대로 있다.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그래야 다시 쓰는 서비스가 된다.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530352" y="4663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데이터베이스는 서비스를 다시 사용할 수 있게 한다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6-1에서 적은 완성 기준을 떠올린다 — 「다시 열었을 때 남아 있다」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데이터베이스가 하는 일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4–7쪽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2011680"/>
            <a:ext cx="77897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2011680"/>
            <a:ext cx="75337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이게 없으면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4140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140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남긴다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3996842" y="241401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켜면 사라진다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29169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9169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찾는다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996842" y="291693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적은 것을 다시 못 찾는다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4198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4198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고친다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341985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고치려면 전부 다시 적어야 한다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92277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9227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지운다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3996842" y="392277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지운 것이 계속 남는다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수업에서는 표로 된 것(관계형)만 쓴다 — 11회에 SQLite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377440" y="5349240"/>
            <a:ext cx="7406640" cy="914400"/>
          </a:xfrm>
          <a:prstGeom prst="roundRect">
            <a:avLst>
              <a:gd name="adj" fmla="val 5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551383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NoSQL 이야기가 나오면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2560320" y="6007608"/>
            <a:ext cx="7040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아닌 방식도 있다. 이름만 알아 두고 지금 찾아보지 않는다. 교과서 6~7쪽.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표는 같은 종류의 대상을 모은다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65960"/>
            <a:ext cx="111282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65960"/>
            <a:ext cx="85679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3177" y="196596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771193" y="196596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title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6781" y="196596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554797" y="196596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7301" y="196596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35317" y="196596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6829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68296"/>
            <a:ext cx="8567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771193" y="236829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어린 왕자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554797" y="236829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36829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읽고 싶다.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82549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825496"/>
            <a:ext cx="8567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771193" y="282549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모모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554797" y="282549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335317" y="282549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시간에 대해 생각했다.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행 row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13232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가로 한 줄 — 저장된 대상 하나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306824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9704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column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489704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세로 한 칸 — 대상이 가진 항목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83296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66176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table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8266176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종류를 모은 것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표를 만들기 전에 「이 표의 한 행은 ___ 하나를 나타낸다」를 먼저 정한다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① 내 표 하나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10쪽 — 한 행이 무엇인지 먼저 적고, 열을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860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이 표의 한 행은 __________________ 하나를 나타낸다.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30352" y="320040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20040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이름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3956" y="3200400"/>
            <a:ext cx="734464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4441972" y="3200400"/>
            <a:ext cx="70886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무엇이 들어가는가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" y="3602736"/>
            <a:ext cx="11128248" cy="60350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02736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441972" y="3602736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자동으로 붙는 번호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4206240"/>
            <a:ext cx="111282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206240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4441972" y="4206240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809744"/>
            <a:ext cx="11128248" cy="60350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4809744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4441972" y="4809744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5413248"/>
            <a:ext cx="111282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5413248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4441972" y="5413248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행이 무엇인지 먼저 정한다. 순서를 바꾸면 종류가 섞인다.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열에는 값의 종류가 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267078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2414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1132" y="210312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329148" y="210312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담나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9606" y="2103120"/>
            <a:ext cx="511899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667622" y="2103120"/>
            <a:ext cx="486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표에서는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글자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329148" y="25054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· 문장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6667622" y="250545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title · comment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00837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00837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숫자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329148" y="30083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세거나 계산할 값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6667622" y="300837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51129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51129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날짜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329148" y="35112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언제인지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6667622" y="351129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read_date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401421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01421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참·거짓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329148" y="40142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중 하나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667622" y="401421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done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2-2에서 숫자와 문자를 갈랐던 것과 같은 구분이다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정확한 이름을 외우지 않는다. 「이 칸에 뭐가 들어가는가」만 정하면 된다.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기본키는 각 행을 하나로 구별한다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이름으로 가리키면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김민준이 두 명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962656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「민준이 성적을 고치자」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누구를 말하는지 알 수 없다.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5916168" y="292608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학번으로 가리키면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사람만 가리킨다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2962656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겹치지 않는다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비어 있지 않다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바뀌지 않는다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530352" y="457200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그래서 표마다 id 를 둔다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수업에서는 id 가 자동으로 붙는다. 학생이 정할 것이 없다.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기본키 고르기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6596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6596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6596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6596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9086" y="196596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4887102" y="196596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될 수 있나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7301" y="196596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35317" y="196596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되면 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68296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68296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68296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학생 이름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4887102" y="2368296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368296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026664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26664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026664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학번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4887102" y="3026664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335317" y="3026664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685032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685032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685032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휴대폰 번호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4887102" y="3685032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7335317" y="3685032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4343400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4343400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4343400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표의 기본키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4887102" y="4343400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7335317" y="4343400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50749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0749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된다면 겹칠 수 있다 · 비어 있을 수 있다 · 바뀔 수 있다 중 하나를 적는다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번째 줄에 id 라고 적었으면 그것도 맞다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반복되면 표를 나눈다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표에 다 넣으면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값이 반복된다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083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책을 세 번 읽으면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제목·저자가 세 번 적힌다.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제목이 바뀌면 세 줄을 다 고쳐야 한다.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16168" y="299923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5740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나누면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곳만 고치면 된다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083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[책] 제목·저자는 한 번만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[독서 기록] 어느 책인지 번호만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제목이 바뀌어도 한 줄만 고친다.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7548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7548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반복되는 대상이 보이면 그때 나눈다. 미리 나누지 않는다.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하나뿐이어도 이 수업에서는 충분하다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외래키와 1:N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16–18쪽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가리키는 방향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책.id (PK)   ←   독서 기록.book_id (FK)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30352" y="310896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23697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1:N 관계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68096" y="3511296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[책] 1 ───── N [독서 기록]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30352" y="420624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86460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자기 표 안에서 행을 구별한다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420624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492240" y="486460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표의 행을 가리킨다 — 방향이 반대다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외래키는 여러 개가 있는 쪽에 둔다. 한 칸에 값 하나가 원칙이다.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② 내 표 두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19쪽 — 세 칸을 채운다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94560"/>
            <a:ext cx="11128248" cy="1508760"/>
          </a:xfrm>
          <a:prstGeom prst="roundRect">
            <a:avLst>
              <a:gd name="adj" fmla="val 3030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37744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____________ 하나에  ____________ 여러 개가 붙는다.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그래서 외래키는  ____________  표에 둔다.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377440" y="3977640"/>
            <a:ext cx="740664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414223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 예에서는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560320" y="4636008"/>
            <a:ext cx="7040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「책 하나에 독서 기록 여러 개가 붙는다」 → 외래키는 독서 기록 표에.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0352" y="52578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2578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하나뿐이면 「표 하나로 충분하다」고 적는다. 억지로 나누지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연결하면 사람이 읽을 수 있게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20–21쪽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26746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57400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book_id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4972" y="2057400"/>
            <a:ext cx="26746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332988" y="2057400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459736"/>
            <a:ext cx="5349240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59736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3332988" y="2459736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30352" y="3108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독서 기록 표만 보면 — 1번이 무슨 책인지 모른다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16168" y="23774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09360" y="2057400"/>
            <a:ext cx="294208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0" name="Text 18"/>
          <p:cNvSpPr/>
          <p:nvPr/>
        </p:nvSpPr>
        <p:spPr>
          <a:xfrm>
            <a:off x="6437376" y="2057400"/>
            <a:ext cx="2686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 제목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251442" y="2057400"/>
            <a:ext cx="2407158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2" name="Text 20"/>
          <p:cNvSpPr/>
          <p:nvPr/>
        </p:nvSpPr>
        <p:spPr>
          <a:xfrm>
            <a:off x="9379458" y="2057400"/>
            <a:ext cx="21511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평점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2459736"/>
            <a:ext cx="5349240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7376" y="2459736"/>
            <a:ext cx="2686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어린 왕자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9379458" y="2459736"/>
            <a:ext cx="21511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309360" y="3108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 표와 연결하면 — 사람이 읽을 수 있는 결과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0352" y="3703320"/>
            <a:ext cx="11128248" cy="1600200"/>
          </a:xfrm>
          <a:prstGeom prst="roundRect">
            <a:avLst>
              <a:gd name="adj" fmla="val 314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3867912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예시를 보고 이 셋만 알아보면 된다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713232" y="4361688"/>
            <a:ext cx="10762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어떤 두 표를 연결하는가   ② 어느 기본키와 외래키가 연결되는가   ③ 연결한 결과 화면에 무엇을 보여 주는가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 문장을 쓰지 않는다. JOIN 의 종류도 외우지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필요한 표 찾기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201168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201168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답해야 하는 질문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71911" y="201168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999927" y="201168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320126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8448142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14016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14016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414016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기록이 모두 몇 개인가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999927" y="2414016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8448142" y="2414016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111282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127248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127248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가장 평점이 높은 책의 제목은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999927" y="3127248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127248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40480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40480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840480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서비스가 답해야 할 질문 하나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999927" y="3840480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8448142" y="3840480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2번은 표 두 개가 필요하다 — 제목은 책 표에, 평점은 기록 표에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3번이 오늘 마지막으로 적는 내 것이다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행이 무엇인지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정한다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하나여도 된다. 반복이 보일 때만 나눈다.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그린 표가 다음 시간 계획서의 데이터 항목이 된다.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23–31쪽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2026-09-10T07:28:50Z</dcterms:created>
  <dcterms:modified xsi:type="dcterms:W3CDTF">2026-09-10T07:28:50Z</dcterms:modified>
</cp:coreProperties>
</file>