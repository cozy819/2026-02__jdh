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[시간 계획 — 학생 화면에는 표시하지 않는다]
0–4분 도입 · 4–9분 10 폴더 받기와 npm install 시작 · 9–27분 API·요청·GET/POST·JSON·성공과 실패(설치가 도는 동안) · 27–32분 예시 직접 보기 · 32–38분 내 약속표 · 38–45분 내부·외부, 확인, 정리
npm install이 늦게 끝나는 학생은 「직접 보기」를 옆 학생 화면으로 본다. 약속표 6분은 줄이지 않는다.
[0–1분] 표지
오늘부터 만든다. 13회까지 쓸 프로젝트를 받는다. 받자마자 설치부터 걸어 둔다. 몇 분 걸리니 그동안 설명을 듣는다.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[1–4분] 도입
9회 흐름에 「버튼을 누른다 → 결과를 확인한다」가 있었다. 그 사이에 눈에 안 보이는 걸음이 하나 더 있다.
(그림을 가리키며) 화면이 서비스에 종이 한 장을 건넨다. 서비스가 처리하고 답이 적힌 종이를 돌려준다. 이 종이 두 장이 오늘의 주인공이다.
아무 데로나 넣지 않는다. 정해진 틈으로, 정해진 양식으로 넣어야 답이 나온다. 그 정해진 창구를 API라고 부른다.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[4–9분] 10 폴더 받기
교과서 3쪽 내려받기 버튼으로 10_student_files.zip을 받는다. 압축을 풀어 나온 10 폴더를 JDH_VibeCoding_자기이름 안에 넣는다. 이 10 폴더를 13회까지 쓴다. 11회, 12회에 새 폴더를 받지 않는다.
VS Code에서 10 폴더 자체를 열고, 터미널 → 새 터미널, 줄 끝이 …\10&gt; 인지 보고 npm install.
npm install은 이 프로젝트가 쓰는 부품을 인터넷에서 받아 오는 명령이다. 몇 분 걸린다. 끝날 때까지 터미널을 닫지 않는다.
도는 동안 09 폴더에서 00_course_rules.md, PRD.md, 09_development_plan.md를 10\docs로 복사한다. docs에 파일이 다섯 개가 되면 된다.
[진행 메모] npm을 찾을 수 없다는 학생은 Node.js가 없는 것이다. node --version으로 확인. 네트워크가 느리면 5분까지는 기다리게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[9–12분] API
API는 화면과 기능이 서로 부탁하고 답하는 약속된 창구다. 버튼을 누르면 잠깐 「보내는 중」이 보이다가 결과가 나온다. 그 사이에 화면은 서비스에 무언가를 보내고 답을 기다렸다.
API라고 하면 날씨 정보나 ChatGPT 같은 다른 회사 서비스를 떠올리기 쉽다. 오늘 보는 API는 내 프로젝트 안에 있다. 화면과 같은 10 폴더 안에.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[12–15분] 요청 세 가지
창구에 종이를 넣을 때 정할 것은 셋이다. 어느 창구로(주소), 무엇을 해 달라고(방법), 함께 무엇을 건넬지(데이터).
받은 10 프로젝트에는 이 셋이 이미 정해진 예시 API가 하나 있다. /api/check, POST, 입력한 글자.
내 서비스의 주소와 방법은 처음부터 내가 정하지 않는다. 10-2에서 AI가 제안하면 내가 읽고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[15–18분] 흐름을 요청·응답으로
9회 흐름이 여전히 기준이다. 1번 행동과 5번 화면 변화는 9회에 이미 적었다.
오늘 꺼내는 건 가운데다. 화면이 요청을 보내고(2), API가 처리하고(3), 응답을 돌려준다(4).
내 09_development_plan.md에서 버튼을 누르는 단계를 찾아봐라. 그 한 줄이 오늘 요청과 응답으로 펼칠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[18–21분] GET과 POST
요청 방법은 여러 가지인데 이 수업에서는 둘만 구분한다.
버튼을 누를 때 사용자가 입력한 값이 같이 가면 대개 POST. 화면을 열자마자 저장된 기록이 보여야 하면 대개 GET.
[예상 질문] Q. 둘 다 필요한 서비스는요? A. 많다. 할 일 추가는 POST, 목록 보기는 GET. 오늘은 핵심 행동 하나만. 목록 보기는 11회에 저장과 같이 붙인다.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[21–24분] JSON
화면과 API가 주고받는 종이에는 JSON이라는 형식으로 적힌다. 3-2에서 본 사전(dict)처럼 이름과 값이 짝이다.
괄호와 쉼표를 직접 쓰는 연습은 안 한다. 이름이 무슨 뜻인지만 읽을 수 있으면 된다.
ok가 true면 성공, false면 실패. message는 화면에 보여 줄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[24–27분] 성공과 실패
좋은 API는 잘될 때만 답하지 않는다. 입력이 비었거나 틀렸을 때 무엇이 문제인지 알려 줘야 사용자가 고쳐서 다시 할 수 있다.
9회에 적은 예외 흐름 — 「할 일을 입력하세요」를 보여 주고 입력칸으로 돌아간다 — 이게 실패 응답으로 만들어진다.
개발자는 실패에 400 같은 번호를 붙이기도 한다. 번호는 외우지 않는다. 사용자가 다음에 뭘 하면 되는지 알 수 있는지만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[27–32분] 직접 보기
설치가 끝났으면 npm run dev. Ready가 보이면 브라우저에서 localhost:3000.
글자를 쓰고 확인을 누르면 초록 상자. 이게 ok: true 응답이 화면에 나온 것이다. 비우고 누르면 주황 상자. ok: false 응답.
방금 일을 맡은 파일은 둘이다. 화면 app\page.js와 API app\api\check\route.js. 코드를 다 읽지 않는다. 교과서 12쪽처럼 주석 줄만 찾는다. 「요청: 어디로, 어떻게, 무엇을」 「주소, 방법, 보낼 것, 돌려줄 것」.
멈출 때는 이 터미널에서 Ctrl+C.
[진행 메모] 설치가 아직 안 끝난 학생은 옆 학생 화면으로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[32–38분] 내 약속표
docs\10_api_promise.md를 연다. 1. 핵심 행동의 약속 표를 채운다.
버튼이 여러 개인 서비스도 오늘은 핵심 결과를 만드는 버튼 하나만. 나머지는 핵심이 작동한 뒤에.
요청 주소와 방법은 비워 두거나 짐작만 적는다. 10-2에서 AI의 제안을 확인하고 고친다.
[진행 메모] 한 바퀴 돌며 「보낼 데이터」에 사용자가 실제로 입력하는 것만 있는지 본다. 로그인 정보, 사진 같은 게 있으면 9회 판정을 다시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[38–40분] 내부와 외부
외부 API는 대개 가입과 키, 때로는 비용이 든다. 키가 새면 다른 사람이 내 이름으로 쓴다. 그래서 이 수업에서는 쓰지 않는다.
오늘의 API는 요청을 받아 답은 하지만, 서비스를 다시 켜면 방금 보낸 내용이 남지 않는다. 기록을 남기는 건 11회에 SQLite를 붙여서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[40–42분] 확인
요청에 담기는 세 가지는? 어디로, 어떻게, 무엇을.
할 일을 추가하는 요청은 GET과 POST 중? POST. 입력한 데이터를 보내 처리해 달라는 요청이라서.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[42–44분] 막힐 때
교과서 17쪽 표. 터미널의 마지막 몇 줄을 읽고 같은 줄을 찾는다.
그래도 안 되면 터미널 화면을 그대로 둔 채 손을 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남길 것: API는 약속된 창구다. 요청에는 어디로 · 어떻게 · 무엇을, 응답에는 성공했는지와 보여 줄 결과. 실패 응답은 고쳐서 다시 할 방법을 알려 준다. 켜기는 npm run dev, 멈추기는 Ctrl+C.
10 폴더는 13회까지 쓴다. 지우거나 옮기지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API와 요청·응답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이해하기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6576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버튼을 누르면 화면 너머에서 무슨 일이 일어날까요?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보내는 것과 돌아오는 것을 직접 봅니다.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정해진 틈으로 넣으면, 정해진 틈으로 답이 나온다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2쪽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0" descr="/Users/cozy/Library/Mobile Documents/com~apple~CloudDocs/Obsidian Vault/31 장대현중고등학교/02 26.07. 정보와 디지털 문해력/11 수업구성/교과서_배포/assets/img/10-1-01-cou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689" y="1737360"/>
            <a:ext cx="8317574" cy="3566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5486400"/>
            <a:ext cx="11128248" cy="548640"/>
          </a:xfrm>
          <a:prstGeom prst="roundRect">
            <a:avLst>
              <a:gd name="adj" fmla="val 36667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버튼과 결과 사이에 · 건네는 종이(요청)와 돌려받는 종이(응답)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폴더를 받고, 설치부터 걸어 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3–4쪽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자료 받기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3쪽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내 서비스 프로젝트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폴더 열기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→ 폴더 열기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위에 10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install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터미널에 입력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몇 분 · 닫지 않는다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docs에 복사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 폴더의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세 개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023360"/>
            <a:ext cx="5341559" cy="1005840"/>
          </a:xfrm>
          <a:prstGeom prst="roundRect">
            <a:avLst>
              <a:gd name="adj" fmla="val 4545"/>
            </a:avLst>
          </a:prstGeom>
          <a:solidFill>
            <a:srgbClr val="242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151376"/>
            <a:ext cx="48660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· 줄 끝이 …\10&gt; 인지 보고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4425696"/>
            <a:ext cx="48660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npm install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17041" y="4023360"/>
            <a:ext cx="5341559" cy="1737360"/>
          </a:xfrm>
          <a:prstGeom prst="roundRect">
            <a:avLst>
              <a:gd name="adj" fmla="val 289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9921" y="4187952"/>
            <a:ext cx="49757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docs에 복사할 세 파일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499921" y="4681728"/>
            <a:ext cx="49757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00_course_rules.md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PRD.md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0352" y="5257800"/>
            <a:ext cx="5341559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257800"/>
            <a:ext cx="49392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13회까지 이 폴더 하나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API는 서비스 안의 약속된 창구다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41448"/>
            <a:ext cx="314858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보고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누르는 곳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app\page.js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37304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0184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 · 약속된 창구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20184" y="2441448"/>
            <a:ext cx="314858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주소 · 방법 ·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주고받는 데이터가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정해져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4256" y="1783080"/>
            <a:ext cx="3514344" cy="2194560"/>
          </a:xfrm>
          <a:prstGeom prst="roundRect">
            <a:avLst>
              <a:gd name="adj" fmla="val 2292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7136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7136" y="2441448"/>
            <a:ext cx="314858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요청을 받아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처리하는 곳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app\api\…\route.js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4251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51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API는 다른 회사가 아니라 내 프로젝트 안에 있다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요청에는 어디로 · 어떻게 · 무엇을이 담긴다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어디로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 주소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1726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37304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0184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0184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어떻게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20184" y="286207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방법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2421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44256" y="1783080"/>
            <a:ext cx="3514344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7136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7136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27136" y="2862072"/>
            <a:ext cx="3148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보낼 데이터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입력한 글자 text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" y="4160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60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주소와 방법은 10-2에서 AI가 제안 · 오늘 내가 정할 것은 보낼 것과 받을 것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 흐름의 한 줄이 다섯 걸음이 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행동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일을 쓰고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추가를 누른다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99893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2773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82773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82773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/api/tasks로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일을 보낸다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69434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2314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2314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252314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빈칸인지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확인한다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38974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1854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21854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21854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 ·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추가했습니다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608515" y="1783080"/>
            <a:ext cx="2050085" cy="2194560"/>
          </a:xfrm>
          <a:prstGeom prst="roundRect">
            <a:avLst>
              <a:gd name="adj" fmla="val 245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91395" y="1947672"/>
            <a:ext cx="16843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91395" y="2368296"/>
            <a:ext cx="16843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791395" y="2862072"/>
            <a:ext cx="168432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목록 맨 위에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 할 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0352" y="42519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2519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1번과 5번은 9회에 적었다 · 오늘은 가운데 숨은 걸음을 꺼낸다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보여 달라는 GET, 처리해 달라는 POST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560320"/>
          </a:xfrm>
          <a:prstGeom prst="roundRect">
            <a:avLst>
              <a:gd name="adj" fmla="val 196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GET · 보여 달라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이미 있는 정보를 불러온다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예: 저장된 할 일 목록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화면을 열자마자 보여야 할 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560320"/>
          </a:xfrm>
          <a:prstGeom prst="roundRect">
            <a:avLst>
              <a:gd name="adj" fmla="val 1964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POST · 처리해 달라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데이터를 보내 처리하게 한다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예: 새 할 일 추가 · 계산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입력한 값이 함께 갈 때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45720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이름보다 · 내 기능이 어느 쪽인지 고를 수 있으면 된다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요청과 응답은 이름 : 값으로 적힌다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011680"/>
          </a:xfrm>
          <a:prstGeom prst="roundRect">
            <a:avLst>
              <a:gd name="adj" fmla="val 2273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11096"/>
            <a:ext cx="4942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요청 · 화면이 보내는 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85416"/>
            <a:ext cx="49423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"text": "과학 보고서"</a:t>
            </a:r>
            <a:endParaRPr lang="en-US" sz="1700" dirty="0"/>
          </a:p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011680"/>
          </a:xfrm>
          <a:prstGeom prst="roundRect">
            <a:avLst>
              <a:gd name="adj" fmla="val 2273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78524" y="1911096"/>
            <a:ext cx="49423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응답 · API가 돌려주는 것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78524" y="2185416"/>
            <a:ext cx="49423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"ok": true,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"message": "받은 글자: 과학 보고서"</a:t>
            </a:r>
            <a:endParaRPr lang="en-US" sz="1500" dirty="0"/>
          </a:p>
          <a:p>
            <a:pPr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4023360"/>
            <a:ext cx="2448215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023360"/>
            <a:ext cx="2192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8567" y="4023360"/>
            <a:ext cx="8680033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3106583" y="4023360"/>
            <a:ext cx="84240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" y="4425696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425696"/>
            <a:ext cx="2192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6583" y="4425696"/>
            <a:ext cx="84240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입력한 글자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" y="4864608"/>
            <a:ext cx="111282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864608"/>
            <a:ext cx="2192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6583" y="4864608"/>
            <a:ext cx="84240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처리했는가 · true 성공 · false 실패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" y="5303520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303520"/>
            <a:ext cx="2192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message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6583" y="5303520"/>
            <a:ext cx="84240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보여 줄 문장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응답은 실패도 알려 줘야 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14344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41448"/>
            <a:ext cx="3148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결과를 보여 준다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37304" y="1783080"/>
            <a:ext cx="3514344" cy="2011680"/>
          </a:xfrm>
          <a:prstGeom prst="roundRect">
            <a:avLst>
              <a:gd name="adj" fmla="val 2500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0184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문제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20184" y="2441448"/>
            <a:ext cx="3148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고칠지 알려 준다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44256" y="1783080"/>
            <a:ext cx="3514344" cy="2011680"/>
          </a:xfrm>
          <a:prstGeom prst="roundRect">
            <a:avLst>
              <a:gd name="adj" fmla="val 25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7136" y="1947672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 문제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7136" y="2441448"/>
            <a:ext cx="3148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해 볼 수 있다고 알린다</a:t>
            </a:r>
            <a:endParaRPr lang="en-US" sz="14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 탓으로 돌리지 않는다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30352" y="40690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690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9회에 적은 예외 흐름이 「입력 문제」 응답으로 만들어진다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예시를 켜서 요청과 응답을 직접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11–12쪽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4896429" cy="1005840"/>
          </a:xfrm>
          <a:prstGeom prst="roundRect">
            <a:avLst>
              <a:gd name="adj" fmla="val 4545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911096"/>
            <a:ext cx="44209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터미널 · 설치가 끝난 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85416"/>
            <a:ext cx="44209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npm run dev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0352" y="2971800"/>
            <a:ext cx="4896429" cy="1005840"/>
          </a:xfrm>
          <a:prstGeom prst="roundRect">
            <a:avLst>
              <a:gd name="adj" fmla="val 4545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99816"/>
            <a:ext cx="44209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브라우저 주소창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" y="3374136"/>
            <a:ext cx="44209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localhost:3000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71911" y="1783080"/>
            <a:ext cx="5786689" cy="1051560"/>
          </a:xfrm>
          <a:prstGeom prst="roundRect">
            <a:avLst>
              <a:gd name="adj" fmla="val 478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4791" y="1947672"/>
            <a:ext cx="54209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글자를 쓰고 확인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054791" y="2441448"/>
            <a:ext cx="54209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초록 상자 · ok: true 응답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71911" y="2926080"/>
            <a:ext cx="5786689" cy="1051560"/>
          </a:xfrm>
          <a:prstGeom prst="roundRect">
            <a:avLst>
              <a:gd name="adj" fmla="val 4783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4791" y="3090672"/>
            <a:ext cx="54209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비우고 확인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054791" y="3584448"/>
            <a:ext cx="542092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주황 상자 · ok: false 응답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0352" y="420624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0624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1651" y="4206240"/>
            <a:ext cx="667694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5109667" y="4206240"/>
            <a:ext cx="6420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하는 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" y="4608576"/>
            <a:ext cx="11128248" cy="42062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608576"/>
            <a:ext cx="41952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app\page.js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9667" y="4608576"/>
            <a:ext cx="642091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 · 버튼을 누르면 요청을 보낸다 (주석 ①②)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5029200"/>
            <a:ext cx="1112824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29200"/>
            <a:ext cx="41952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app\api\check\route.js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09667" y="5029200"/>
            <a:ext cx="642091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 · 요청을 받아 응답한다 (머리 주석)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docs\10_api_promise.md에 내 약속을 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6103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33050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핵심 행동의 약속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1391" y="1783080"/>
            <a:ext cx="756720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4219407" y="1783080"/>
            <a:ext cx="73111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어디서 찾나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사용자의 핵심 행동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19407" y="2185416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 3항 · 버튼을 누르는 단계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" y="2660904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60904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보낼 데이터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19407" y="2660904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단계에서 입력하거나 고른 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" y="3136392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136392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성공하면 받을 데이터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19407" y="3136392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단계 화면에 보여야 할 결과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" y="3611880"/>
            <a:ext cx="1112824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11880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실패하면 받을 안내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19407" y="3611880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4항 예외 흐름의 안내 문장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" y="4087368"/>
            <a:ext cx="11128248" cy="475488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87368"/>
            <a:ext cx="3305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응답 뒤 화면에 보여 줄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19407" y="4087368"/>
            <a:ext cx="7311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결과가 어디에 어떻게 나타나는지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" y="47091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7091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행동은 하나만 · 주소와 방법은 비워 두거나 짐작만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수업의 API는 내 프로젝트 안에 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2560320"/>
          </a:xfrm>
          <a:prstGeom prst="roundRect">
            <a:avLst>
              <a:gd name="adj" fmla="val 1964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내부 API · 이 수업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app\api 안에 있다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가입·키·비용이 없다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고치면 바로 내 화면에서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2560320"/>
          </a:xfrm>
          <a:prstGeom prst="roundRect">
            <a:avLst>
              <a:gd name="adj" fmla="val 1964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외부 API · 쓰지 않음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회사 서버에 있다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가입·키가 필요하고 비용이 들 수 있다</a:t>
            </a:r>
            <a:endParaRPr lang="en-US" sz="1450" dirty="0"/>
          </a:p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키가 새면 남이 내 이름으로 쓴다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" y="45720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API는 답만 하고 기억하지 못한다 · 기억은 11회 SQLite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오해 두 가지와 확인 문제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15쪽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8308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1651" y="1783080"/>
            <a:ext cx="667694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109667" y="1783080"/>
            <a:ext cx="6420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85416"/>
            <a:ext cx="11128248" cy="64008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85416"/>
            <a:ext cx="41952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API는 다른 회사 서비스를 말한다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09667" y="2185416"/>
            <a:ext cx="64209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프로젝트 안에도 있다 · /api/check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2825496"/>
            <a:ext cx="111282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25496"/>
            <a:ext cx="41952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잘될 때만 응답하면 된다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9667" y="2825496"/>
            <a:ext cx="64209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실패 응답이 없으면 사용자가 멈춘다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36118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118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문제 두 개는 교과서 15쪽 · 답을 먼저 말하고 해설을 연다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 이 표에서 내 줄을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17쪽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445129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83080"/>
            <a:ext cx="4195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이런 상황이라면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1651" y="1783080"/>
            <a:ext cx="667694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109667" y="1783080"/>
            <a:ext cx="64209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185416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185416"/>
            <a:ext cx="4195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npm을 찾을 수 없다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09667" y="2185416"/>
            <a:ext cx="64209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node --version 확인 · 숫자가 없으면 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0352" y="2697480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97480"/>
            <a:ext cx="4195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install이 오래 멈춰 있다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09667" y="2697480"/>
            <a:ext cx="64209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5분까지 기다린다 · 그동안 교과서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0352" y="3209544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209544"/>
            <a:ext cx="4195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Missing script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09667" y="3209544"/>
            <a:ext cx="64209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터미널이 10 폴더가 아니다 · 폴더를 다시 연다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0352" y="3721608"/>
            <a:ext cx="1112824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721608"/>
            <a:ext cx="4195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Port 3000 is in use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09667" y="3721608"/>
            <a:ext cx="64209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터미널에서 Ctrl+C · 또는 나온 주소로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0352" y="4233672"/>
            <a:ext cx="11128248" cy="512064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233672"/>
            <a:ext cx="41952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사이트에 연결할 수 없음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09667" y="4233672"/>
            <a:ext cx="642091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터미널에 Ready가 있는지 · 없으면 npm run dev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차시 · 10-2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버튼 하나 뒤에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요청과 응답이 있다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7947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시간에는 AI에게 약속을 먼저 설명하게 하고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서비스의 버튼 하나를 연결합니다.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10-1 · 16쪽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2026-10-29T11:54:18Z</dcterms:created>
  <dcterms:modified xsi:type="dcterms:W3CDTF">2026-10-29T11:54:18Z</dcterms:modified>
</cp:coreProperties>
</file>