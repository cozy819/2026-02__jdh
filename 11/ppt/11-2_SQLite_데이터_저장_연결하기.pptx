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[시간 계획 — 학생 화면에는 표시하지 않는다]
0–3분 세 번 확인 · 3–6분 시작 상태 · 6–10분 진행해 · 10–17분 바뀐 파일 세 곳 · 17–22분 화면에서 확인 · 22–28분 Viewer에서 확인 · 28–33분 다시 켜기 · 33–37분 어긋날 때 · 37–41분 단순하게 · 파일 올리기 · 41–44분 확인과 막힐 때 · 44–45분 정리
AI가 고치는 동안(6–10분) 기다리는 시간이 생긴다. 그동안 교과서 5~6쪽을 미리 읽게 한다.
밀리면 단순하게 · 파일 올리기는 노트로만 말하고, 다시 켜기 시험(교과서 10쪽)은 반드시 한다.
[0–1분] 표지
11-1에서 기억할 기록을 정하고 AI의 계획을 들었다. 오늘은 그 계획을 실제로 연결한다. 끝나면 내 서비스는 다시 켜도 기억한다.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[1–3분] 세 번 확인
연결이 끝나면 화면에 기록이 보일 거다. 그런데 그것만으로 기억했다고 못 한다. 11-1 처음에 본 것처럼 화면은 새로고침하거나 서버를 멈추면 비워진다.
세 곳에서 다 같은 기록이 보여야 한다. 화면, SQLite Viewer, 그리고 서버를 껐다 켠 뒤.
세 번째까지 통과해야 사용자가 다음 날 다시 열었을 때 기록을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[3–6분] 시작 상태
저장을 붙이기 전에 지금 상태부터 본다. 핵심 기능이 원래 안 되던 상태에서 저장을 붙이면, 나중에 문제가 생겼을 때 저장 때문인지 원래부터였는지 가릴 수 없다.
터미널 두 개. 하나는 npm run dev, 다른 하나는 opencode. 핵심 행동을 바르게 한 번, 틀리게 한 번 해 본다.
약속표 3항에 세 줄이 있는지, SQLite Viewer가 설치되어 있는지.
[진행 메모] 핵심 기능이 안 되는 학생은 10-2 요청문으로 그것부터. SQLite Viewer가 없으면 11-1 교과서 6절.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[6–10분] 진행해
11-1 마지막에 AI는 표 이름과 열, 고칠 파일을 설명했고, 우리는 그걸 PRD 5항과 대 봤다. 이제 그대로 고치게 한다.
같은 OpenCode 창이 열려 있으면 교과서 4쪽 요청문을 그대로 보낸다.
한 줄이 더 있다. 입력한 값은 ? 자리로 넣어 달라는 것. 사용자 입력을 SQL 문장에 그대로 이어 붙이면 이상한 입력 하나로 표가 망가질 수 있다. 7-2에서 본 보안과 같은 이야기다.
OpenCode를 껐다 켠 학생은 앞의 대화를 AI가 모른다. 11-1 교과서 17쪽 요청문부터 다시.
[진행 메모] AI가 고치는 동안 1~2분 걸린다. 그동안 교과서 5~6쪽을 미리 읽게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[10–14분] 바뀐 파일 세 곳
AI가 다 고쳤다고 하면 화면부터 열지 말고 세 곳만 찾아본다. 코드 전체를 읽을 필요는 없다.
AI가 알려 준 파일을 열고 Ctrl+F로 CREATE TABLE, INSERT, SELECT를 하나씩 찾는다.
CREATE TABLE은 lib/db.js에 있고 표를 만든다. INSERT는 저장하기, SELECT는 다시 불러오기. 보통 API 파일에 있다.
이 세 곳이 어느 파일에 있는지 알면, 나중에 문제가 생겼을 때 AI에게 정확히 말할 수 있다.
CREATE TABLE의 표 이름과 열 이름이 11-1에서 들은 계획과 같은지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[14–17분] 예시로 읽기
할 일 정리 서비스라면 세 곳이 이렇게 보인다. 내 서비스는 표 이름과 열 이름이 다르지만 모양은 비슷하다.
문법을 해석하지 않는다. 표 이름, 열 이름, ? 자리가 있는지만 본다.
INSERT가 여러 줄 들어 있으면 예시 기록을 미리 넣은 거다. 가짜 기록은 빼 달라고 한다. npm install로 새 패키지를 설치하려 하면 허락하지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[17–22분] ① 화면에서 확인
첫 번째 확인. 브라우저를 F5로 새로고침해서 바뀐 화면을 연다.
내 서비스를 실제로 쓰는 사용자처럼 의미 있는 값을 넣는다. test나 아무렇게나 친 글자는 나중에 Viewer에서 화면과 대 볼 때 구별이 안 된다.
결과를 본 뒤 내 흐름에서 기록을 다시 보는 자리까지 따라간다. 목록이든 최근 기록이든. 그리고 F5. 11-1 처음과 달리 그대로 있어야 한다.
비우거나 틀리게 한 번 더 눌러 본다. 안내만 나오고 기록은 늘지 않아야 한다.
[진행 메모] 다시 보는 자리가 아예 없는 학생은 Viewer부터 확인하고 교과서 11쪽 요청문으로 다시 불러오기를 붙이게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[22–26분] ② Viewer에서 확인
두 번째 확인은 파일 쪽이다. 처음 저장하는 순간 data 폴더 안에 app.db가 생겼을 거다.
탐색기에서 data를 펼치고 app.db를 누른다. SQLite Viewer로 열린다. 왼쪽에서 11-1 계획에 나온 표 이름을 누른다.
방금 화면에서 남긴 값이 행으로 있는지, 행 개수가 남긴 횟수와 같은지.
Win+왼쪽 화살표, Win+오른쪽 화살표로 브라우저와 VS Code를 나란히 놓고 한 줄씩 대 본다.
틀린 행이 보여도 Viewer에서 고치지 않는다. 기록은 언제나 화면에서 만든다.
[진행 메모] app.db가 안 보이면 탐색기 위쪽 새로 고침 단추. 그래도 없으면 저장하기가 안 된 것이다(교과서 17쪽).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[26–28분] 나란히
(캡처를 가리키며) 왼쪽 브라우저의 한 줄과 오른쪽 Viewer의 한 행이 같은 값이면 저장이 제대로 된 거다.
내 서비스도 같은 방법으로 대 보고 오른쪽 세 질문에 답한다.
내가 남기지 않은 행이 있으면 AI가 예시 기록을 넣은 것이다. 빼 달라고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[28–33분] ③ 다시 켜기
세 번째 확인이 11-1 첫 장면의 답이다.
새로고침은 화면만 다시 그린다. Ctrl+C로 서버를 멈추면 실행 중에 들고 있던 게 다 사라진다. 그런데도 남아 있으면 파일에서 다시 읽어 온 거다.
npm run dev 터미널을 누르고 Ctrl+C. 「일괄 작업을 끝내시겠습니까」가 나오면 Y, Enter. 줄 끝에 …\10&gt; 가 다시 보이면 멈춘 거다. 이때 브라우저를 새로고침하면 연결할 수 없다고 나온다.
npm run dev, Ready를 기다린다. 브라우저 탭을 닫고 새 탭에서 localhost:3000. 기록이 그대로 있는지. Viewer도 탭을 닫고 다시 열어 본다.
여기까지 되면 11회 목표에 닿았다. 10회의 요청 · 응답 위에 기억이 붙었다.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[33–37분] 어긋날 때
세 번 중 하나라도 어긋나면 「안 돼, 다시 만들어 줘」라고 하지 않는다. 전체를 다시 만들면 10-2에서 되던 핵심 기능까지 바뀐다.
기억은 저장하기, 다시 불러오기, 화면에 보여 주기 세 단계로 이어져 있다. Viewer의 행이 그중 어디서 끊겼는지 알려 준다.
새 행이 없으면 저장하기. 행은 있는데 새로고침하면 화면이 비면 다시 불러오기. 나오기는 하는데 값이 이상하면 화면에 보여 주기.
교과서 11쪽 요청문에 빈칸을 채워 보낸다. AI가 설명한 단계가 내 증상과 맞으면 진행해. 고친 뒤에는 같은 값으로 세 번 확인을 처음부터.
[진행 메모] 터미널에 no such table, has no column named가 나오면 예전 표가 app.db에 남은 경우가 많다. app.db를 지우게 할지는 선생님이 보고 정한다(교과서 17쪽).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[37–40분] 단순하게
세 번 확인을 통과했으면 마지막으로 기록이 너무 커지지 않았는지 본다.
AI는 표를 여러 개로 나누거나 안 쓰는 열을 덧붙이는 쪽으로 흐르기 쉽다. 그게 더 전문적으로 보이니까. 7-1에서 본 것처럼 나눌 이유가 없으면 하나다.
교과서 13쪽 표 오른쪽에 걸렸을 때 보낼 말이 있다. 보낼 때 끝에 「아직 고치지 말고 먼저 설명해 줘」를 붙인다.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[40–41분] 파일 올리기
사진이나 문서를 올리는 기능은 9-2 판정에서 교사 확인 필요였다. 허락을 받지 않았으면 이번 개발에서 빼고, 파일 이름이나 설명을 글자로 입력하는 걸로 대신한다.
허락을 받은 학생만 교과서 14쪽 요청문을 쓴다. 파일 자체는 data/uploads 폴더, SQLite에는 파일 정보만.
[진행 메모] 허락 여부는 11회 전에 정해 둔 명단대로 말한다. 명단에 없는 학생은 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[41–44분] 확인과 막힐 때
교과서 15쪽 확인 문제. 1번 저장하기, 2번 다시 불러오기. 3번은 새로고침만으로는 실행 중인 서버가 들고 있는 값이 보일 수 있어서다. 껐다 켜도 남아야 파일에서 읽어 온 거다.
막히는 건 교과서 17쪽 표에서 내 줄을 찾는다. 빨간 글자 첫 줄은 지우지 말고 그대로 둔 채 손을 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오늘 남길 것: 고치기 전에 계획을 듣고 맞으면 진행해. 기억했는지는 화면, Viewer, 다시 켠 뒤 세 번. 어긋나면 세 단계 중 처음 끊긴 하나만 가장 작게. 예시 기록 · 개인정보 · 안 쓰는 표는 만들지 않는다.
12회에는 처음 방문, 정상 흐름, 잘못 입력한 뒤 다시, 다시 방문을 사용자처럼 해 보고 docs/12_test_record.md에 적는다. 같은 10 폴더다.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 · 둘째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데이터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 연결하기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6576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기록을 하나 남기고, 화면과 Viewer에서 보고,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껐다 켜도 남아 있는지 확인합니다.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번 확인해야 「기억한다」고 말할 수 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2쪽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862072"/>
            <a:ext cx="3148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기록을 남기면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보는 자리에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1726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37304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0184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20184" y="2862072"/>
            <a:ext cx="3148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data/app.db에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값의 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2421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44256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7136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7136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켠 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27136" y="2862072"/>
            <a:ext cx="3148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Ctrl+C → npm run dev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그래도 그대로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30352" y="4297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97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화면에만 보이는 것은 아직 기억이 아니다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저장을 붙이기 전에 지금 되는 것을 확인한다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 ① · npm run dev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Ready · localhost:3000이 열린다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 ② · opencode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11-1의 대화가 그대로 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" y="3611880"/>
            <a:ext cx="11128248" cy="1691640"/>
          </a:xfrm>
          <a:prstGeom prst="roundRect">
            <a:avLst>
              <a:gd name="adj" fmla="val 297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76472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4114800"/>
            <a:ext cx="10762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행동 · 바르게 넣으면 결과, 비우거나 틀리면 안내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docs/10_api_promise.md 3항 세 줄 · SQLite Viewer 설치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5532120"/>
            <a:ext cx="11128248" cy="502920"/>
          </a:xfrm>
          <a:prstGeom prst="roundRect">
            <a:avLst>
              <a:gd name="adj" fmla="val 40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하나라도 안 되면 저장부터 붙이지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11-1에서 들은 계획에 「진행해」를 보낸다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11128248" cy="1600200"/>
          </a:xfrm>
          <a:prstGeom prst="roundRect">
            <a:avLst>
              <a:gd name="adj" fmla="val 2857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1109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요청문 · 교과서 4쪽에서 복사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85416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진행해.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방금 설명한 계획대로 고쳐 줘. 입력한 값은 ? 자리로 넣어 줘.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다 고치면 고친 파일 이름과 확인할 순서를 세 줄로 알려 줘.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52" y="3611880"/>
            <a:ext cx="5417820" cy="1783080"/>
          </a:xfrm>
          <a:prstGeom prst="roundRect">
            <a:avLst>
              <a:gd name="adj" fmla="val 282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764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OpenCode를 껐다 켰다면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3232" y="4325112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 교과서 17쪽 요청문 먼저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계획을 PRD와 대 본 뒤 진행해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0780" y="3611880"/>
            <a:ext cx="5417820" cy="1783080"/>
          </a:xfrm>
          <a:prstGeom prst="roundRect">
            <a:avLst>
              <a:gd name="adj" fmla="val 282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3660" y="37764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? 자리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23660" y="4325112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입력을 SQL 문장에 바로 붙이지 않는다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이상한 입력 하나로 표가 망가지지 않게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고친 파일에서 세 곳만 찾아 읽는다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Ctrl+F로 찾을 글자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3696" y="1783080"/>
            <a:ext cx="378360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3551712" y="1783080"/>
            <a:ext cx="352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어느 파일에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7301" y="178308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335317" y="178308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하는 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185416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263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CREATE TABLE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51712" y="2185416"/>
            <a:ext cx="352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lib/db.js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35317" y="2185416"/>
            <a:ext cx="4195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표를 만든다 · 괄호 안이 열 이름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0352" y="2752344"/>
            <a:ext cx="111282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52344"/>
            <a:ext cx="263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INSERT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551712" y="2752344"/>
            <a:ext cx="352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app/api/…/route.js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35317" y="2752344"/>
            <a:ext cx="4195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저장하기 · 새 행을 적는다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0352" y="3319272"/>
            <a:ext cx="11128248" cy="56692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19272"/>
            <a:ext cx="263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SELECT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51712" y="3319272"/>
            <a:ext cx="3527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app/api/…/route.js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35317" y="3319272"/>
            <a:ext cx="4195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불러오기 · 행을 읽어 온다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30352" y="4206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06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 전체를 읽지 않는다 · 어느 파일에 있는지만 안다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0352" y="48920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920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CREATE TABLE의 표 이름 · 열 이름 = 11-1에서 들은 계획?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 정리라면 세 곳은 이렇게 보인다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11128248" cy="914400"/>
          </a:xfrm>
          <a:prstGeom prst="roundRect">
            <a:avLst>
              <a:gd name="adj" fmla="val 5000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8653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lib/db.js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39696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TABLE IF NOT EXISTS tasks (id ..., text ..., created_at ...)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30352" y="2788920"/>
            <a:ext cx="11128248" cy="1234440"/>
          </a:xfrm>
          <a:prstGeom prst="roundRect">
            <a:avLst>
              <a:gd name="adj" fmla="val 3704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91693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app/api/tasks/route.js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" y="3191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 INTO tasks (text) VALUES (?)</a:t>
            </a:r>
            <a:endParaRPr lang="en-US" sz="145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* FROM tasks ORDER BY id DESC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" y="4206240"/>
            <a:ext cx="5417820" cy="1783080"/>
          </a:xfrm>
          <a:prstGeom prst="roundRect">
            <a:avLst>
              <a:gd name="adj" fmla="val 282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37083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읽는다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4919472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tasks 표에 text 열을 적는다 · 값은 ? 자리로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tasks의 행을 새것부터 읽어 온다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0780" y="4206240"/>
            <a:ext cx="5417820" cy="1783080"/>
          </a:xfrm>
          <a:prstGeom prst="roundRect">
            <a:avLst>
              <a:gd name="adj" fmla="val 2821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3660" y="437083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보이면 묻는다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23660" y="4919472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계획에 없던 표 · 열 · 예시 기록 여러 줄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install 로 새 패키지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기록을 하나 남기고 다시 보는 자리에서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F5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바뀐 화면을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행동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 있는 값으로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보는 자리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목록 · 최근 기록에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방금 값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그대로?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023360"/>
            <a:ext cx="11128248" cy="1188720"/>
          </a:xfrm>
          <a:prstGeom prst="roundRect">
            <a:avLst>
              <a:gd name="adj" fmla="val 4231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187952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비우거나 틀리게 한 번 더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13232" y="4681728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안내만 나오고 기록은 늘지 않아야 한다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" y="5440680"/>
            <a:ext cx="11128248" cy="502920"/>
          </a:xfrm>
          <a:prstGeom prst="roundRect">
            <a:avLst>
              <a:gd name="adj" fmla="val 40000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4406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test · ㅁㄴㅇ 대신 실제로 쓸 법한 값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SQLite Viewer에서 같은 값의 행을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 폴더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펼치면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app.db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app.db 누르기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Viewer로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열린다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이름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 계획의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표를 누른다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나란히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Win+← · Win+→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줄씩 대 본다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02336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18795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Viewer에서는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13232" y="473659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고치지도 지우지도 않는다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40780" y="402336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3660" y="418795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행이 안 보이면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423660" y="473659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탭을 닫고 app.db를 다시 연다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한 줄과 Viewer의 한 행을 짝지어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pic>
        <p:nvPicPr>
          <p:cNvPr id="10" name="Image 0" descr="/Users/cozy/Library/Mobile Documents/com~apple~CloudDocs/Obsidian Vault/31 장대현중고등학교/02 26.07. 정보와 디지털 문해력/11 수업구성/교과서_배포/assets/img/11-2-01-screen-and-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84" y="1737360"/>
            <a:ext cx="6762496" cy="3803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2384" y="1737360"/>
            <a:ext cx="6762496" cy="3803904"/>
          </a:xfrm>
          <a:prstGeom prst="rect">
            <a:avLst/>
          </a:prstGeom>
          <a:noFill/>
          <a:ln w="12700">
            <a:solidFill>
              <a:srgbClr val="E0E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71232" y="1737360"/>
            <a:ext cx="4087368" cy="3803904"/>
          </a:xfrm>
          <a:prstGeom prst="roundRect">
            <a:avLst>
              <a:gd name="adj" fmla="val 1322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1901952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754112" y="2286000"/>
            <a:ext cx="37216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남긴 값이 같은 글자로 한 행에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계획에 없던 열 · 개인정보가 없다</a:t>
            </a:r>
            <a:endParaRPr lang="en-US" sz="1400" dirty="0"/>
          </a:p>
          <a:p>
            <a:pPr marL="203200" indent="-203200">
              <a:lnSpc>
                <a:spcPts val="2520"/>
              </a:lnSpc>
              <a:buSzPct val="100000"/>
              <a:buChar char="▪"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내가 남기지 않은 예시 행이 없다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서버를 껐다 켜도 기록이 남는지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11128248" cy="1828800"/>
          </a:xfrm>
          <a:prstGeom prst="roundRect">
            <a:avLst>
              <a:gd name="adj" fmla="val 2500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8653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① · npm run dev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39696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Ctrl+C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일괄 작업을 끝내시겠습니까 (Y/N)?  →  Y  Enter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 C:\…\10&gt;  npm run dev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9BD3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Ready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52" y="3749040"/>
            <a:ext cx="5417820" cy="1828800"/>
          </a:xfrm>
          <a:prstGeom prst="roundRect">
            <a:avLst>
              <a:gd name="adj" fmla="val 275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13632"/>
            <a:ext cx="5052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" y="4334256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탭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3232" y="4828032"/>
            <a:ext cx="5052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localhost:3000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 그대로?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20740" y="448056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40780" y="3749040"/>
            <a:ext cx="5417820" cy="1828800"/>
          </a:xfrm>
          <a:prstGeom prst="roundRect">
            <a:avLst>
              <a:gd name="adj" fmla="val 275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3660" y="3913632"/>
            <a:ext cx="5052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23660" y="4334256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23660" y="4828032"/>
            <a:ext cx="5052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탭을 닫고 app.db 다시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행이?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5742432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742432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그래도 남아 있다면 · 파일에서 다시 읽어 온 것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어긋나면 세 단계 중 어디인지부터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11–12쪽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78668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55306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증상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17041" y="1783080"/>
            <a:ext cx="200308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5057" y="1783080"/>
            <a:ext cx="1747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Viewer의 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0126" y="178308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8448142" y="178308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끊긴 단계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185416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5530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눌렀는데 Viewer에 새 행이 없다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5057" y="2185416"/>
            <a:ext cx="17470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8142" y="2185416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저장하기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2697480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97480"/>
            <a:ext cx="5530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Viewer에는 있는데 새로고침하면 화면이 빈다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5057" y="2697480"/>
            <a:ext cx="17470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있다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48142" y="2697480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불러오기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3209544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209544"/>
            <a:ext cx="5530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나오는데 다른 값 · 빈칸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5057" y="3209544"/>
            <a:ext cx="17470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있다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48142" y="320954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보여 주기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" y="3886200"/>
            <a:ext cx="11128248" cy="1463040"/>
          </a:xfrm>
          <a:prstGeom prst="roundRect">
            <a:avLst>
              <a:gd name="adj" fmla="val 3125"/>
            </a:avLst>
          </a:prstGeom>
          <a:solidFill>
            <a:srgbClr val="24272C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01421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고장 났을 때 요청문 · 교과서 11쪽에서 복사해 빈칸을 채운다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8096" y="4288536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원래 약속 ___ / 내가 한 행동 ___ / 화면에 보인 것 ___ / Viewer의 새 행 있다 · 없다</a:t>
            </a:r>
            <a:endParaRPr lang="en-US" sz="1350" dirty="0"/>
          </a:p>
          <a:p>
            <a:pPr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처음 달라진 한 단계만 · 아직 고치지 말고 가장 작은 수정을 먼저 설명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30352" y="5532120"/>
            <a:ext cx="11128248" cy="502920"/>
          </a:xfrm>
          <a:prstGeom prst="roundRect">
            <a:avLst>
              <a:gd name="adj" fmla="val 40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5321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설명이 맞으면 진행해 → 같은 값으로 세 번 확인을 다시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필요한 만큼만 기억하게 했는지 확인한다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상관없는 기록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방문 횟수 같은 것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367278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0158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예시 기록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550158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내가 남기지 않은 행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없다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04204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7084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87084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개인정보 열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87084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· 연락처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41130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4010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24010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개수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224010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하나로 될 일을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나누지 않았다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069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69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AI는 표를 나누고 열을 덧붙이는 쪽으로 흐르기 쉽다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 때도 두 번에 · 먼저 설명 → 진행해 → 세 번 확인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올리기는 허락받은 서비스만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허락을 받지 않았다면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이번 개발에서 뺀다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이름 · 설명을 글자로 입력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103120"/>
          </a:xfrm>
          <a:prstGeom prst="roundRect">
            <a:avLst>
              <a:gd name="adj" fmla="val 239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허락을 받았다면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자체 → data/uploads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원래 이름 · 저장한 이름 · 설명 → SQLite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" y="41148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요청문은 교과서 14쪽 · 이번에도 계획부터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문제와 막힐 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15·17쪽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결과는 보이는데 Viewer에 새 행이 없다 · 어느 단계?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511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799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Viewer에는 있는데 새로고침하면 빈다 · 어느 단계?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새로고침했는데 왜 껐다 켜서 한 번 더?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370332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70332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04216" y="370332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5332232" y="370332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" y="4105656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05656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 폴더에 app.db가 없다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2232" y="4105656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기록을 하나 남긴 뒤 탐색기 새로 고침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" y="4544568"/>
            <a:ext cx="111282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44568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app.db가 깨진 글자로 열린다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2232" y="4544568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탭을 닫고 Viewer 설치 확인 뒤 다시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4983480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983480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npm install 을 하려 한다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32232" y="4983480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「새 패키지는 쓰지 않아」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차시 · 12-1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켜도 기억한다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7947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12회에는 기능을 늘리지 않고,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사용자처럼 흐름 전체를 시험합니다.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11-2 · 16쪽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2026-10-29T13:46:42Z</dcterms:created>
  <dcterms:modified xsi:type="dcterms:W3CDTF">2026-10-29T13:46:42Z</dcterms:modified>
</cp:coreProperties>
</file>