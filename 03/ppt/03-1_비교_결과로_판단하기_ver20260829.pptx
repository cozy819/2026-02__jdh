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a57c297a6835461a" /><Relationship Type="http://schemas.openxmlformats.org/officeDocument/2006/relationships/extended-properties" Target="/docProps/app.xml" Id="R5c4c9588d211482f" /><Relationship Type="http://schemas.openxmlformats.org/officeDocument/2006/relationships/officeDocument" Target="/ppt/presentation.xml" Id="Ra9b12a773f9e481a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89b55f9406cc465d"/>
  </p:sldMasterIdLst>
  <p:notesMasterIdLst>
    <p:notesMasterId xmlns:r="http://schemas.openxmlformats.org/officeDocument/2006/relationships" r:id="Rd85ff8369b284a82"/>
  </p:notesMasterIdLst>
  <p:sldIdLst>
    <p:sldId xmlns:r="http://schemas.openxmlformats.org/officeDocument/2006/relationships" id="256" r:id="R0f5467e5a6eb4681"/>
    <p:sldId xmlns:r="http://schemas.openxmlformats.org/officeDocument/2006/relationships" id="257" r:id="Rcf112ff6ac484a02"/>
    <p:sldId xmlns:r="http://schemas.openxmlformats.org/officeDocument/2006/relationships" id="258" r:id="Rdb5758912c8f424a"/>
    <p:sldId xmlns:r="http://schemas.openxmlformats.org/officeDocument/2006/relationships" id="259" r:id="R0c7064c736e24c4a"/>
    <p:sldId xmlns:r="http://schemas.openxmlformats.org/officeDocument/2006/relationships" id="260" r:id="Ra2ced11cc57a4144"/>
    <p:sldId xmlns:r="http://schemas.openxmlformats.org/officeDocument/2006/relationships" id="261" r:id="Rf465d917f9ec4cb4"/>
    <p:sldId xmlns:r="http://schemas.openxmlformats.org/officeDocument/2006/relationships" id="262" r:id="R792a4cbfc0454d24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8fc3eb625e3e4fb9" /><Relationship Type="http://schemas.openxmlformats.org/officeDocument/2006/relationships/slideMaster" Target="/ppt/slideMasters/slideMaster1.xml" Id="R89b55f9406cc465d" /><Relationship Type="http://schemas.openxmlformats.org/officeDocument/2006/relationships/notesMaster" Target="/ppt/notesMasters/notesMaster1.xml" Id="Rd85ff8369b284a82" /><Relationship Type="http://schemas.openxmlformats.org/officeDocument/2006/relationships/presProps" Target="/ppt/presProps.xml" Id="Rcf5b379b8e2b4f5f" /><Relationship Type="http://schemas.openxmlformats.org/officeDocument/2006/relationships/tableStyles" Target="/ppt/tableStyles.xml" Id="R9b19073198534877" /><Relationship Type="http://schemas.openxmlformats.org/officeDocument/2006/relationships/slide" Target="/ppt/slides/slide1.xml" Id="R0f5467e5a6eb4681" /><Relationship Type="http://schemas.openxmlformats.org/officeDocument/2006/relationships/slide" Target="/ppt/slides/slide2.xml" Id="Rcf112ff6ac484a02" /><Relationship Type="http://schemas.openxmlformats.org/officeDocument/2006/relationships/slide" Target="/ppt/slides/slide3.xml" Id="Rdb5758912c8f424a" /><Relationship Type="http://schemas.openxmlformats.org/officeDocument/2006/relationships/slide" Target="/ppt/slides/slide4.xml" Id="R0c7064c736e24c4a" /><Relationship Type="http://schemas.openxmlformats.org/officeDocument/2006/relationships/slide" Target="/ppt/slides/slide5.xml" Id="Ra2ced11cc57a4144" /><Relationship Type="http://schemas.openxmlformats.org/officeDocument/2006/relationships/slide" Target="/ppt/slides/slide6.xml" Id="Rf465d917f9ec4cb4" /><Relationship Type="http://schemas.openxmlformats.org/officeDocument/2006/relationships/slide" Target="/ppt/slides/slide7.xml" Id="R792a4cbfc0454d24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b5b927ee06a244ec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f686cb4590c34d34" /><Relationship Type="http://schemas.openxmlformats.org/officeDocument/2006/relationships/notesMaster" Target="/ppt/notesMasters/notesMaster1.xml" Id="R3452d357af2b4b7f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237a49e6a12c44ae" /><Relationship Type="http://schemas.openxmlformats.org/officeDocument/2006/relationships/notesMaster" Target="/ppt/notesMasters/notesMaster1.xml" Id="R7970a2973e0e49f3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a0959f2bbf774978" /><Relationship Type="http://schemas.openxmlformats.org/officeDocument/2006/relationships/notesMaster" Target="/ppt/notesMasters/notesMaster1.xml" Id="Re32b50c2766d4637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28981173cfd141c7" /><Relationship Type="http://schemas.openxmlformats.org/officeDocument/2006/relationships/notesMaster" Target="/ppt/notesMasters/notesMaster1.xml" Id="Re8b4deec189743ac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4a46d74897694cba" /><Relationship Type="http://schemas.openxmlformats.org/officeDocument/2006/relationships/notesMaster" Target="/ppt/notesMasters/notesMaster1.xml" Id="R6aa8507fc89445ac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ae11118441f04b79" /><Relationship Type="http://schemas.openxmlformats.org/officeDocument/2006/relationships/notesMaster" Target="/ppt/notesMasters/notesMaster1.xml" Id="R67b520664fab4887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a4c6ad2f51d74933" /><Relationship Type="http://schemas.openxmlformats.org/officeDocument/2006/relationships/notesMaster" Target="/ppt/notesMasters/notesMaster1.xml" Id="R8f61633e82e440e8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[수업 시간 구성]</a:t>
            </a:r>
          </a:p>
          <a:p xmlns:a="http://schemas.openxmlformats.org/drawingml/2006/main">
            <a:r>
              <a:t>0–10분 · 산술 결과와 비교 결과</a:t>
            </a:r>
          </a:p>
          <a:p xmlns:a="http://schemas.openxmlformats.org/drawingml/2006/main">
            <a:r>
              <a:t>10–20분 · 여섯 비교연산자와 경계값</a:t>
            </a:r>
          </a:p>
          <a:p xmlns:a="http://schemas.openxmlformats.org/drawingml/2006/main">
            <a:r>
              <a:t>20–30분 · 기준·단위·연산자 확인</a:t>
            </a:r>
          </a:p>
          <a:p xmlns:a="http://schemas.openxmlformats.org/drawingml/2006/main">
            <a:r>
              <a:t>30–40분 · 조건 흐름과 OpenCode 요청</a:t>
            </a:r>
          </a:p>
          <a:p xmlns:a="http://schemas.openxmlformats.org/drawingml/2006/main">
            <a:r>
              <a:t>40–45분 · 기준 변경 후 재실행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영어듣기평가 주에 한 차시만 확보되면 이 자료를 그대로 앞당겨 사용합니다.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[대본]</a:t>
            </a:r>
          </a:p>
          <a:p xmlns:a="http://schemas.openxmlformats.org/drawingml/2006/main">
            <a:r>
              <a:t>72 + 10과 72 &gt;= 60을 같은 화면에서 보여 줍니다. 하나는 숫자, 하나는 True라는 점부터 구분합니다. True는 정답이 아니라 지금 정한 조건이 맞다는 값입니다.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[대본]</a:t>
            </a:r>
          </a:p>
          <a:p xmlns:a="http://schemas.openxmlformats.org/drawingml/2006/main">
            <a:r>
              <a:t>연산자 정의를 길게 외우게 하지 않습니다. 60점 이상에서 60이 포함되는지, 60점 초과에서 포함되지 않는지를 물어 &gt;=와 &gt;를 구분합니다.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[대본]</a:t>
            </a:r>
          </a:p>
          <a:p xmlns:a="http://schemas.openxmlformats.org/drawingml/2006/main">
            <a:r>
              <a:t>코드만 보지 말고 비교 대상, 단위, 기준의 결정자, 기호, 예상 결과를 순서대로 읽습니다. AI가 문법을 맞게 작성해도 기준이 잘못되면 결과는 현실에서 틀릴 수 있습니다.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[대본]</a:t>
            </a:r>
          </a:p>
          <a:p xmlns:a="http://schemas.openxmlformats.org/drawingml/2006/main">
            <a:r>
              <a:t>if 문법을 쓰게 하지는 않습니다. 비교 결과가 True일 때 다음 행동이 실행된다는 흐름만 봅니다.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교과서 배포 자산 · 실행 흐름 도식 · 2026-08-29 수업용 재사용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[대본]</a:t>
            </a:r>
          </a:p>
          <a:p xmlns:a="http://schemas.openxmlformats.org/drawingml/2006/main">
            <a:r>
              <a:t>현재 27도, 기준 25도, ‘이상’이라는 자연어가 &gt;=로 옮겨졌는지 확인합니다. 그 뒤 기준을 30으로 바꿔 결과 변화를 예상합니다.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[마무리]</a:t>
            </a:r>
          </a:p>
          <a:p xmlns:a="http://schemas.openxmlformats.org/drawingml/2006/main">
            <a:r>
              <a:t>AI 활용에서 중요한 것은 True가 나왔다는 사실보다 어떤 기준으로 True가 됐는지를 설명할 수 있는가입니다.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c5d188e6bffd4d88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aaa97cfb4cbd4ddf" /><Relationship Type="http://schemas.openxmlformats.org/officeDocument/2006/relationships/slideLayout" Target="/ppt/slideLayouts/slideLayout1.xml" Id="R94a44dbed1504b58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94a44dbed1504b58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48567287b4641fe" /><Relationship Type="http://schemas.openxmlformats.org/officeDocument/2006/relationships/notesSlide" Target="/ppt/notesSlides/notesSlide1.xml" Id="Rf79e6bcb578b49c4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408611079ed4dcc" /><Relationship Type="http://schemas.openxmlformats.org/officeDocument/2006/relationships/notesSlide" Target="/ppt/notesSlides/notesSlide2.xml" Id="R3e0e14c29fd04fbe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73fd549393f4594" /><Relationship Type="http://schemas.openxmlformats.org/officeDocument/2006/relationships/notesSlide" Target="/ppt/notesSlides/notesSlide3.xml" Id="R4c19954e4886480a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612e4d59a6d4c82" /><Relationship Type="http://schemas.openxmlformats.org/officeDocument/2006/relationships/notesSlide" Target="/ppt/notesSlides/notesSlide4.xml" Id="Ra21fbb2655824533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2d3a0d20ad34e4c" /><Relationship Type="http://schemas.openxmlformats.org/officeDocument/2006/relationships/image" Target="/ppt/media/image.png" Id="R8e31e7843664468b" /><Relationship Type="http://schemas.openxmlformats.org/officeDocument/2006/relationships/notesSlide" Target="/ppt/notesSlides/notesSlide5.xml" Id="Ra3ac612d24a643a7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2fd83183ed444e4" /><Relationship Type="http://schemas.openxmlformats.org/officeDocument/2006/relationships/notesSlide" Target="/ppt/notesSlides/notesSlide6.xml" Id="R07f4a5435fa74618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bc82d529a164c2a" /><Relationship Type="http://schemas.openxmlformats.org/officeDocument/2006/relationships/notesSlide" Target="/ppt/notesSlides/notesSlide7.xml" Id="Re3db56a8305f48cd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1B1D2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C40DFF9-EC3C-4F5E-BF94-E8D0B83CD1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2095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5C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53E31AD-7223-4479-8594-5DE00CCE73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14350"/>
            <a:ext cx="5810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125" b="1">
                <a:solidFill>
                  <a:srgbClr val="C9CDD2"/>
                </a:solidFill>
                <a:latin typeface="IBM Plex Sans KR"/>
                <a:ea typeface="IBM Plex Sans KR"/>
                <a:cs typeface="IBM Plex Sans KR"/>
              </a:defRPr>
            </a:pPr>
            <a:r>
              <a:rPr sz="1125" b="1">
                <a:solidFill>
                  <a:srgbClr val="C9CDD2"/>
                </a:solidFill>
                <a:latin typeface="IBM Plex Sans KR"/>
                <a:ea typeface="IBM Plex Sans KR"/>
                <a:cs typeface="IBM Plex Sans KR"/>
              </a:rPr>
              <a:t>장대현중고등학교 · 2026학년도 2학기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7175CC8-30C9-492D-9F0E-E92B91B5D6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276350"/>
            <a:ext cx="47625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8463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3300" b="1">
                <a:solidFill>
                  <a:srgbClr val="FF5C00"/>
                </a:solidFill>
                <a:latin typeface="Archivo"/>
                <a:ea typeface="Archivo"/>
                <a:cs typeface="Archivo"/>
              </a:defRPr>
            </a:pPr>
            <a:r>
              <a:rPr sz="3300" b="1">
                <a:solidFill>
                  <a:srgbClr val="FF5C00"/>
                </a:solidFill>
                <a:latin typeface="Archivo"/>
                <a:ea typeface="Archivo"/>
                <a:cs typeface="Archivo"/>
              </a:rPr>
              <a:t>03-1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ACE0391-B705-460B-B564-5014063D76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971675"/>
            <a:ext cx="87630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98000"/>
              </a:lnSpc>
              <a:buNone/>
              <a:defRPr sz="4350" b="1">
                <a:solidFill>
                  <a:srgbClr val="FFFFFF"/>
                </a:solidFill>
                <a:latin typeface="IBM Plex Sans KR"/>
                <a:ea typeface="IBM Plex Sans KR"/>
                <a:cs typeface="IBM Plex Sans KR"/>
              </a:defRPr>
            </a:pPr>
            <a:r>
              <a:rPr sz="4350" b="1">
                <a:solidFill>
                  <a:srgbClr val="FFFFFF"/>
                </a:solidFill>
                <a:latin typeface="IBM Plex Sans KR"/>
                <a:ea typeface="IBM Plex Sans KR"/>
                <a:cs typeface="IBM Plex Sans KR"/>
              </a:rPr>
              <a:t>비교 결과로 판단하기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6E4FEC6-DF96-4C6F-8644-9AC67434D8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381375"/>
            <a:ext cx="7048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5C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DB87E46-F76C-48F5-A953-2CAA0EBE0C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714750"/>
            <a:ext cx="89535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22000"/>
              </a:lnSpc>
              <a:buNone/>
              <a:defRPr sz="1875" b="0">
                <a:solidFill>
                  <a:srgbClr val="C9CDD2"/>
                </a:solidFill>
                <a:latin typeface="IBM Plex Sans KR"/>
                <a:ea typeface="IBM Plex Sans KR"/>
                <a:cs typeface="IBM Plex Sans KR"/>
              </a:defRPr>
            </a:pPr>
            <a:r>
              <a:rPr sz="1875" b="0">
                <a:solidFill>
                  <a:srgbClr val="C9CDD2"/>
                </a:solidFill>
                <a:latin typeface="IBM Plex Sans KR"/>
                <a:ea typeface="IBM Plex Sans KR"/>
                <a:cs typeface="IBM Plex Sans KR"/>
              </a:rPr>
              <a:t>계산한 값을 기준과 비교해 True 또는 False가 만들어지는 과정을 확인합니다.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5D87667-CD22-4E15-BC83-CF37074E18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324600"/>
            <a:ext cx="4381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6885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900" b="1">
                <a:solidFill>
                  <a:srgbClr val="AEB3BA"/>
                </a:solidFill>
                <a:latin typeface="IBM Plex Sans KR"/>
                <a:ea typeface="IBM Plex Sans KR"/>
                <a:cs typeface="IBM Plex Sans KR"/>
              </a:defRPr>
            </a:pPr>
            <a:r>
              <a:rPr sz="900" b="1">
                <a:solidFill>
                  <a:srgbClr val="AEB3BA"/>
                </a:solidFill>
                <a:latin typeface="IBM Plex Sans KR"/>
                <a:ea typeface="IBM Plex Sans KR"/>
                <a:cs typeface="IBM Plex Sans KR"/>
              </a:rPr>
              <a:t>수업자료 3-1</a:t>
            </a:r>
          </a:p>
        </p:txBody>
      </p:sp>
    </p:spTree>
    <p:extLst>
      <p:ext uri="{BB962C8B-B14F-4D97-AF65-F5344CB8AC3E}">
        <p14:creationId xmlns:p14="http://schemas.microsoft.com/office/powerpoint/2010/main" val="2118893339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E46CE8A-4F6C-4413-AE7E-7EB0536FA3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23850"/>
            <a:ext cx="4095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3864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975" b="1">
                <a:solidFill>
                  <a:srgbClr val="6C7078"/>
                </a:solidFill>
                <a:latin typeface="IBM Plex Sans KR"/>
                <a:ea typeface="IBM Plex Sans KR"/>
                <a:cs typeface="IBM Plex Sans KR"/>
              </a:defRPr>
            </a:pPr>
            <a:r>
              <a:rPr sz="975" b="1">
                <a:solidFill>
                  <a:srgbClr val="6C7078"/>
                </a:solidFill>
                <a:latin typeface="IBM Plex Sans KR"/>
                <a:ea typeface="IBM Plex Sans KR"/>
                <a:cs typeface="IBM Plex Sans KR"/>
              </a:rPr>
              <a:t>정보와 디지털 문해력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585AB99-487D-4A39-BF64-C33638208D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82250" y="295275"/>
            <a:ext cx="1238250" cy="2667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B1D21"/>
          </a:solidFill>
          <a:ln xmlns:a="http://schemas.openxmlformats.org/drawingml/2006/main" w="9525">
            <a:solidFill>
              <a:srgbClr val="1B1D21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585ACD2-B3B4-4D07-9198-C016A64243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82250" y="304800"/>
            <a:ext cx="1238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82417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975" b="1">
                <a:solidFill>
                  <a:srgbClr val="FFFFFF"/>
                </a:solidFill>
                <a:latin typeface="Archivo"/>
                <a:ea typeface="Archivo"/>
                <a:cs typeface="Archivo"/>
              </a:defRPr>
            </a:pPr>
            <a:r>
              <a:rPr sz="975" b="1">
                <a:solidFill>
                  <a:srgbClr val="FFFFFF"/>
                </a:solidFill>
                <a:latin typeface="Archivo"/>
                <a:ea typeface="Archivo"/>
                <a:cs typeface="Archivo"/>
              </a:rPr>
              <a:t>03-1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9AA1E21-E13B-466F-8F1E-188B143258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742950"/>
            <a:ext cx="10287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2850" b="1">
                <a:solidFill>
                  <a:srgbClr val="1B1D21"/>
                </a:solidFill>
                <a:latin typeface="IBM Plex Sans KR"/>
                <a:ea typeface="IBM Plex Sans KR"/>
                <a:cs typeface="IBM Plex Sans KR"/>
              </a:defRPr>
            </a:pPr>
            <a:r>
              <a:rPr sz="2850" b="1">
                <a:solidFill>
                  <a:srgbClr val="1B1D21"/>
                </a:solidFill>
                <a:latin typeface="IBM Plex Sans KR"/>
                <a:ea typeface="IBM Plex Sans KR"/>
                <a:cs typeface="IBM Plex Sans KR"/>
              </a:rPr>
              <a:t>계산과 판단은 결과의 종류가 다릅니다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9E424B4-D138-4388-990B-86ECBA70E2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466850"/>
            <a:ext cx="6096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5C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B041F88-F8C9-4E35-B364-B2E333FA28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01400" y="6324600"/>
            <a:ext cx="4381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6885"/>
          </a:bodyPr>
          <a:lstStyle xmlns:a="http://schemas.openxmlformats.org/drawingml/2006/main"/>
          <a:p xmlns:a="http://schemas.openxmlformats.org/drawingml/2006/main">
            <a:pPr algn="r">
              <a:lnSpc>
                <a:spcPct val="112000"/>
              </a:lnSpc>
              <a:buNone/>
              <a:defRPr sz="900" b="1">
                <a:solidFill>
                  <a:srgbClr val="6C7078"/>
                </a:solidFill>
                <a:latin typeface="Archivo"/>
                <a:ea typeface="Archivo"/>
                <a:cs typeface="Archivo"/>
              </a:defRPr>
            </a:pPr>
            <a:r>
              <a:rPr sz="900" b="1">
                <a:solidFill>
                  <a:srgbClr val="6C7078"/>
                </a:solidFill>
                <a:latin typeface="Archivo"/>
                <a:ea typeface="Archivo"/>
                <a:cs typeface="Archivo"/>
              </a:rPr>
              <a:t>02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C51F02F-29D9-4770-BF49-EEBDFBD827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924050"/>
            <a:ext cx="104775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2625" b="1">
                <a:solidFill>
                  <a:srgbClr val="1B1D21"/>
                </a:solidFill>
                <a:latin typeface="IBM Plex Sans KR"/>
                <a:ea typeface="IBM Plex Sans KR"/>
                <a:cs typeface="IBM Plex Sans KR"/>
              </a:defRPr>
            </a:pPr>
            <a:r>
              <a:rPr sz="2625" b="1">
                <a:solidFill>
                  <a:srgbClr val="1B1D21"/>
                </a:solidFill>
                <a:latin typeface="IBM Plex Sans KR"/>
                <a:ea typeface="IBM Plex Sans KR"/>
                <a:cs typeface="IBM Plex Sans KR"/>
              </a:rPr>
              <a:t>72 + 10은 숫자를, 72 &gt;= 60은 True 또는 False를 만듭니다.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5ACAE29-3AC3-4D6A-AB27-489EA446A4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2857500"/>
            <a:ext cx="9791700" cy="2190750"/>
          </a:xfrm>
          <a:prstGeom xmlns:a="http://schemas.openxmlformats.org/drawingml/2006/main" prst="roundRect">
            <a:avLst>
              <a:gd name="adj" fmla="val 5217"/>
            </a:avLst>
          </a:prstGeom>
          <a:solidFill xmlns:a="http://schemas.openxmlformats.org/drawingml/2006/main">
            <a:srgbClr val="F1F2F4"/>
          </a:solidFill>
          <a:ln xmlns:a="http://schemas.openxmlformats.org/drawingml/2006/main" w="9525">
            <a:solidFill>
              <a:srgbClr val="E0E3E7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7F34CA8-5A08-4A87-8B39-79419F4811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6850" y="3171825"/>
            <a:ext cx="2667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89881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1875" b="1">
                <a:solidFill>
                  <a:srgbClr val="FF5C00"/>
                </a:solidFill>
                <a:latin typeface="IBM Plex Sans KR"/>
                <a:ea typeface="IBM Plex Sans KR"/>
                <a:cs typeface="IBM Plex Sans KR"/>
              </a:defRPr>
            </a:pPr>
            <a:r>
              <a:rPr sz="1875" b="1">
                <a:solidFill>
                  <a:srgbClr val="FF5C00"/>
                </a:solidFill>
                <a:latin typeface="IBM Plex Sans KR"/>
                <a:ea typeface="IBM Plex Sans KR"/>
                <a:cs typeface="IBM Plex Sans KR"/>
              </a:rPr>
              <a:t>값</a:t>
            </a:r>
          </a:p>
          <a:p xmlns:a="http://schemas.openxmlformats.org/drawingml/2006/main">
            <a:pPr algn="ctr">
              <a:lnSpc>
                <a:spcPct val="112000"/>
              </a:lnSpc>
              <a:buNone/>
              <a:defRPr sz="1875" b="1">
                <a:solidFill>
                  <a:srgbClr val="FF5C00"/>
                </a:solidFill>
                <a:latin typeface="IBM Plex Sans KR"/>
                <a:ea typeface="IBM Plex Sans KR"/>
                <a:cs typeface="IBM Plex Sans KR"/>
              </a:defRPr>
            </a:pPr>
            <a:r>
              <a:rPr sz="1875" b="1">
                <a:solidFill>
                  <a:srgbClr val="FF5C00"/>
                </a:solidFill>
                <a:latin typeface="IBM Plex Sans KR"/>
                <a:ea typeface="IBM Plex Sans KR"/>
                <a:cs typeface="IBM Plex Sans KR"/>
              </a:rPr>
              <a:t>72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678A8DB-4649-4FB1-B2CB-D3BB60F5EA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71950" y="3305175"/>
            <a:ext cx="5524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0357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2250" b="1">
                <a:solidFill>
                  <a:srgbClr val="FF5C00"/>
                </a:solidFill>
                <a:latin typeface="IBM Plex Sans KR"/>
                <a:ea typeface="IBM Plex Sans KR"/>
                <a:cs typeface="IBM Plex Sans KR"/>
              </a:defRPr>
            </a:pPr>
            <a:r>
              <a:rPr sz="2250" b="1">
                <a:solidFill>
                  <a:srgbClr val="FF5C00"/>
                </a:solidFill>
                <a:latin typeface="IBM Plex Sans KR"/>
                <a:ea typeface="IBM Plex Sans KR"/>
                <a:cs typeface="IBM Plex Sans KR"/>
              </a:rPr>
              <a:t>→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ECC1D3A-8637-45B7-B11B-6EF8F5CE19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81550" y="3171825"/>
            <a:ext cx="24574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89881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1875" b="1">
                <a:solidFill>
                  <a:srgbClr val="1B1D21"/>
                </a:solidFill>
                <a:latin typeface="IBM Plex Sans KR"/>
                <a:ea typeface="IBM Plex Sans KR"/>
                <a:cs typeface="IBM Plex Sans KR"/>
              </a:defRPr>
            </a:pPr>
            <a:r>
              <a:rPr sz="1875" b="1">
                <a:solidFill>
                  <a:srgbClr val="1B1D21"/>
                </a:solidFill>
                <a:latin typeface="IBM Plex Sans KR"/>
                <a:ea typeface="IBM Plex Sans KR"/>
                <a:cs typeface="IBM Plex Sans KR"/>
              </a:rPr>
              <a:t>기준</a:t>
            </a:r>
          </a:p>
          <a:p xmlns:a="http://schemas.openxmlformats.org/drawingml/2006/main">
            <a:pPr algn="ctr">
              <a:lnSpc>
                <a:spcPct val="112000"/>
              </a:lnSpc>
              <a:buNone/>
              <a:defRPr sz="1875" b="1">
                <a:solidFill>
                  <a:srgbClr val="1B1D21"/>
                </a:solidFill>
                <a:latin typeface="IBM Plex Sans KR"/>
                <a:ea typeface="IBM Plex Sans KR"/>
                <a:cs typeface="IBM Plex Sans KR"/>
              </a:defRPr>
            </a:pPr>
            <a:r>
              <a:rPr sz="1875" b="1">
                <a:solidFill>
                  <a:srgbClr val="1B1D21"/>
                </a:solidFill>
                <a:latin typeface="IBM Plex Sans KR"/>
                <a:ea typeface="IBM Plex Sans KR"/>
                <a:cs typeface="IBM Plex Sans KR"/>
              </a:rPr>
              <a:t>60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04F795E-0438-482A-9DD6-D03975B4C3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77100" y="3305175"/>
            <a:ext cx="5524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0357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2250" b="1">
                <a:solidFill>
                  <a:srgbClr val="FF5C00"/>
                </a:solidFill>
                <a:latin typeface="IBM Plex Sans KR"/>
                <a:ea typeface="IBM Plex Sans KR"/>
                <a:cs typeface="IBM Plex Sans KR"/>
              </a:defRPr>
            </a:pPr>
            <a:r>
              <a:rPr sz="2250" b="1">
                <a:solidFill>
                  <a:srgbClr val="FF5C00"/>
                </a:solidFill>
                <a:latin typeface="IBM Plex Sans KR"/>
                <a:ea typeface="IBM Plex Sans KR"/>
                <a:cs typeface="IBM Plex Sans KR"/>
              </a:rPr>
              <a:t>→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760268F-07AE-4D4E-8D33-63B9E94251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6700" y="3171825"/>
            <a:ext cx="28384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89881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1875" b="1">
                <a:solidFill>
                  <a:srgbClr val="1B1D21"/>
                </a:solidFill>
                <a:latin typeface="IBM Plex Sans KR"/>
                <a:ea typeface="IBM Plex Sans KR"/>
                <a:cs typeface="IBM Plex Sans KR"/>
              </a:defRPr>
            </a:pPr>
            <a:r>
              <a:rPr sz="1875" b="1">
                <a:solidFill>
                  <a:srgbClr val="1B1D21"/>
                </a:solidFill>
                <a:latin typeface="IBM Plex Sans KR"/>
                <a:ea typeface="IBM Plex Sans KR"/>
                <a:cs typeface="IBM Plex Sans KR"/>
              </a:rPr>
              <a:t>비교</a:t>
            </a:r>
          </a:p>
          <a:p xmlns:a="http://schemas.openxmlformats.org/drawingml/2006/main">
            <a:pPr algn="ctr">
              <a:lnSpc>
                <a:spcPct val="112000"/>
              </a:lnSpc>
              <a:buNone/>
              <a:defRPr sz="1875" b="1">
                <a:solidFill>
                  <a:srgbClr val="1B1D21"/>
                </a:solidFill>
                <a:latin typeface="IBM Plex Sans KR"/>
                <a:ea typeface="IBM Plex Sans KR"/>
                <a:cs typeface="IBM Plex Sans KR"/>
              </a:defRPr>
            </a:pPr>
            <a:r>
              <a:rPr sz="1875" b="1">
                <a:solidFill>
                  <a:srgbClr val="1B1D21"/>
                </a:solidFill>
                <a:latin typeface="IBM Plex Sans KR"/>
                <a:ea typeface="IBM Plex Sans KR"/>
                <a:cs typeface="IBM Plex Sans KR"/>
              </a:rPr>
              <a:t>True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3B2E1D5-2B69-4CDF-B097-FC103ACE7B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4095750"/>
            <a:ext cx="8953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1575" b="0">
                <a:solidFill>
                  <a:srgbClr val="6C7078"/>
                </a:solidFill>
                <a:latin typeface="IBM Plex Sans KR"/>
                <a:ea typeface="IBM Plex Sans KR"/>
                <a:cs typeface="IBM Plex Sans KR"/>
              </a:defRPr>
            </a:pPr>
            <a:r>
              <a:rPr sz="1575" b="0">
                <a:solidFill>
                  <a:srgbClr val="6C7078"/>
                </a:solidFill>
                <a:latin typeface="IBM Plex Sans KR"/>
                <a:ea typeface="IBM Plex Sans KR"/>
                <a:cs typeface="IBM Plex Sans KR"/>
              </a:rPr>
              <a:t>비교연산은 두 값을 비교해 지금 정한 조건이 맞는지 알려 줍니다.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A89A2B6-FF5A-4FCC-83B8-A46912E093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324600"/>
            <a:ext cx="4381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6885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900" b="1">
                <a:solidFill>
                  <a:srgbClr val="6C7078"/>
                </a:solidFill>
                <a:latin typeface="IBM Plex Sans KR"/>
                <a:ea typeface="IBM Plex Sans KR"/>
                <a:cs typeface="IBM Plex Sans KR"/>
              </a:defRPr>
            </a:pPr>
            <a:r>
              <a:rPr sz="900" b="1">
                <a:solidFill>
                  <a:srgbClr val="6C7078"/>
                </a:solidFill>
                <a:latin typeface="IBM Plex Sans KR"/>
                <a:ea typeface="IBM Plex Sans KR"/>
                <a:cs typeface="IBM Plex Sans KR"/>
              </a:rPr>
              <a:t>수업자료 3-1</a:t>
            </a:r>
          </a:p>
        </p:txBody>
      </p:sp>
    </p:spTree>
    <p:extLst>
      <p:ext uri="{BB962C8B-B14F-4D97-AF65-F5344CB8AC3E}">
        <p14:creationId xmlns:p14="http://schemas.microsoft.com/office/powerpoint/2010/main" val="1275925951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00630FD0-91C2-461A-A67E-CA35153BC2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23850"/>
            <a:ext cx="4095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3864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975" b="1">
                <a:solidFill>
                  <a:srgbClr val="6C7078"/>
                </a:solidFill>
                <a:latin typeface="IBM Plex Sans KR"/>
                <a:ea typeface="IBM Plex Sans KR"/>
                <a:cs typeface="IBM Plex Sans KR"/>
              </a:defRPr>
            </a:pPr>
            <a:r>
              <a:rPr sz="975" b="1">
                <a:solidFill>
                  <a:srgbClr val="6C7078"/>
                </a:solidFill>
                <a:latin typeface="IBM Plex Sans KR"/>
                <a:ea typeface="IBM Plex Sans KR"/>
                <a:cs typeface="IBM Plex Sans KR"/>
              </a:rPr>
              <a:t>정보와 디지털 문해력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EBB741E-D9B5-4C27-BAD6-2AD845A157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82250" y="295275"/>
            <a:ext cx="1238250" cy="2667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B1D21"/>
          </a:solidFill>
          <a:ln xmlns:a="http://schemas.openxmlformats.org/drawingml/2006/main" w="9525">
            <a:solidFill>
              <a:srgbClr val="1B1D21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60F06DC-980E-4579-9F1B-EA9465A979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82250" y="304800"/>
            <a:ext cx="1238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82417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975" b="1">
                <a:solidFill>
                  <a:srgbClr val="FFFFFF"/>
                </a:solidFill>
                <a:latin typeface="Archivo"/>
                <a:ea typeface="Archivo"/>
                <a:cs typeface="Archivo"/>
              </a:defRPr>
            </a:pPr>
            <a:r>
              <a:rPr sz="975" b="1">
                <a:solidFill>
                  <a:srgbClr val="FFFFFF"/>
                </a:solidFill>
                <a:latin typeface="Archivo"/>
                <a:ea typeface="Archivo"/>
                <a:cs typeface="Archivo"/>
              </a:rPr>
              <a:t>03-1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57D43B3-AB8A-4E7B-A72B-4331A4ACFB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742950"/>
            <a:ext cx="10287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2850" b="1">
                <a:solidFill>
                  <a:srgbClr val="1B1D21"/>
                </a:solidFill>
                <a:latin typeface="IBM Plex Sans KR"/>
                <a:ea typeface="IBM Plex Sans KR"/>
                <a:cs typeface="IBM Plex Sans KR"/>
              </a:defRPr>
            </a:pPr>
            <a:r>
              <a:rPr sz="2850" b="1">
                <a:solidFill>
                  <a:srgbClr val="1B1D21"/>
                </a:solidFill>
                <a:latin typeface="IBM Plex Sans KR"/>
                <a:ea typeface="IBM Plex Sans KR"/>
                <a:cs typeface="IBM Plex Sans KR"/>
              </a:rPr>
              <a:t>비교연산자는 경계값으로 이해합니다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F867449-9915-4DD9-96F0-D411849DCB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466850"/>
            <a:ext cx="6096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5C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F037A3F-767A-44D6-912E-4C4436DB36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01400" y="6324600"/>
            <a:ext cx="4381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6885"/>
          </a:bodyPr>
          <a:lstStyle xmlns:a="http://schemas.openxmlformats.org/drawingml/2006/main"/>
          <a:p xmlns:a="http://schemas.openxmlformats.org/drawingml/2006/main">
            <a:pPr algn="r">
              <a:lnSpc>
                <a:spcPct val="112000"/>
              </a:lnSpc>
              <a:buNone/>
              <a:defRPr sz="900" b="1">
                <a:solidFill>
                  <a:srgbClr val="6C7078"/>
                </a:solidFill>
                <a:latin typeface="Archivo"/>
                <a:ea typeface="Archivo"/>
                <a:cs typeface="Archivo"/>
              </a:defRPr>
            </a:pPr>
            <a:r>
              <a:rPr sz="900" b="1">
                <a:solidFill>
                  <a:srgbClr val="6C7078"/>
                </a:solidFill>
                <a:latin typeface="Archivo"/>
                <a:ea typeface="Archivo"/>
                <a:cs typeface="Archivo"/>
              </a:rPr>
              <a:t>03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CBD25C3-F908-4B9D-9836-D95257008E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952625"/>
            <a:ext cx="3333750" cy="3143250"/>
          </a:xfrm>
          <a:prstGeom xmlns:a="http://schemas.openxmlformats.org/drawingml/2006/main" prst="roundRect">
            <a:avLst>
              <a:gd name="adj" fmla="val 3636"/>
            </a:avLst>
          </a:prstGeom>
          <a:solidFill xmlns:a="http://schemas.openxmlformats.org/drawingml/2006/main">
            <a:srgbClr val="F1F2F4"/>
          </a:solidFill>
          <a:ln xmlns:a="http://schemas.openxmlformats.org/drawingml/2006/main" w="9525">
            <a:solidFill>
              <a:srgbClr val="E0E3E7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1A88161-E2FF-4391-BFCE-A1A45ABE88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152650"/>
            <a:ext cx="876300" cy="2667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B1D21"/>
          </a:solidFill>
          <a:ln xmlns:a="http://schemas.openxmlformats.org/drawingml/2006/main" w="9525">
            <a:solidFill>
              <a:srgbClr val="1B1D21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EDBB7E7-8C3C-4AB6-969C-CBFE171CFA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162175"/>
            <a:ext cx="8763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82417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975" b="1">
                <a:solidFill>
                  <a:srgbClr val="FFFFFF"/>
                </a:solidFill>
                <a:latin typeface="Archivo"/>
                <a:ea typeface="Archivo"/>
                <a:cs typeface="Archivo"/>
              </a:defRPr>
            </a:pPr>
            <a:r>
              <a:rPr sz="975" b="1">
                <a:solidFill>
                  <a:srgbClr val="FFFFFF"/>
                </a:solidFill>
                <a:latin typeface="Archivo"/>
                <a:ea typeface="Archivo"/>
                <a:cs typeface="Archivo"/>
              </a:rPr>
              <a:t>&gt; · &lt;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BF7C6AF-ECAB-4CCD-93DD-D1657B881B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667000"/>
            <a:ext cx="2933700" cy="600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2100" b="1">
                <a:solidFill>
                  <a:srgbClr val="1B1D21"/>
                </a:solidFill>
                <a:latin typeface="IBM Plex Sans KR"/>
                <a:ea typeface="IBM Plex Sans KR"/>
                <a:cs typeface="IBM Plex Sans KR"/>
              </a:defRPr>
            </a:pPr>
            <a:r>
              <a:rPr sz="2100" b="1">
                <a:solidFill>
                  <a:srgbClr val="1B1D21"/>
                </a:solidFill>
                <a:latin typeface="IBM Plex Sans KR"/>
                <a:ea typeface="IBM Plex Sans KR"/>
                <a:cs typeface="IBM Plex Sans KR"/>
              </a:rPr>
              <a:t>초과·미만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CFFD94B-DEAB-4A71-BB7B-B0846D44F7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448050"/>
            <a:ext cx="2933700" cy="1266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25000"/>
              </a:lnSpc>
              <a:buNone/>
              <a:defRPr sz="1425" b="0">
                <a:solidFill>
                  <a:srgbClr val="34373D"/>
                </a:solidFill>
                <a:latin typeface="IBM Plex Sans KR"/>
                <a:ea typeface="IBM Plex Sans KR"/>
                <a:cs typeface="IBM Plex Sans KR"/>
              </a:defRPr>
            </a:pPr>
            <a:r>
              <a:rPr sz="1425" b="0">
                <a:solidFill>
                  <a:srgbClr val="34373D"/>
                </a:solidFill>
                <a:latin typeface="IBM Plex Sans KR"/>
                <a:ea typeface="IBM Plex Sans KR"/>
                <a:cs typeface="IBM Plex Sans KR"/>
              </a:rPr>
              <a:t>경계값을 포함하지 않습니다.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DEF2E0F-2F55-467F-B0A0-1B2DE17A06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57675" y="1952625"/>
            <a:ext cx="3333750" cy="3143250"/>
          </a:xfrm>
          <a:prstGeom xmlns:a="http://schemas.openxmlformats.org/drawingml/2006/main" prst="roundRect">
            <a:avLst>
              <a:gd name="adj" fmla="val 3636"/>
            </a:avLst>
          </a:prstGeom>
          <a:solidFill xmlns:a="http://schemas.openxmlformats.org/drawingml/2006/main">
            <a:srgbClr val="FFF1E8"/>
          </a:solidFill>
          <a:ln xmlns:a="http://schemas.openxmlformats.org/drawingml/2006/main" w="9525">
            <a:solidFill>
              <a:srgbClr val="FF5C00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4B8F367-BE1D-4CA1-AD11-49C86095B5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48175" y="2152650"/>
            <a:ext cx="876300" cy="2667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5C00"/>
          </a:solidFill>
          <a:ln xmlns:a="http://schemas.openxmlformats.org/drawingml/2006/main" w="9525">
            <a:solidFill>
              <a:srgbClr val="FF5C00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C8A0322-7BE8-434B-9972-737C41370C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48175" y="2162175"/>
            <a:ext cx="8763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82417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975" b="1">
                <a:solidFill>
                  <a:srgbClr val="FFFFFF"/>
                </a:solidFill>
                <a:latin typeface="Archivo"/>
                <a:ea typeface="Archivo"/>
                <a:cs typeface="Archivo"/>
              </a:defRPr>
            </a:pPr>
            <a:r>
              <a:rPr sz="975" b="1">
                <a:solidFill>
                  <a:srgbClr val="FFFFFF"/>
                </a:solidFill>
                <a:latin typeface="Archivo"/>
                <a:ea typeface="Archivo"/>
                <a:cs typeface="Archivo"/>
              </a:rPr>
              <a:t>&gt;= · &lt;=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7D7E949-0275-424B-A17B-F44BB59167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48175" y="2667000"/>
            <a:ext cx="2933700" cy="600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2100" b="1">
                <a:solidFill>
                  <a:srgbClr val="1B1D21"/>
                </a:solidFill>
                <a:latin typeface="IBM Plex Sans KR"/>
                <a:ea typeface="IBM Plex Sans KR"/>
                <a:cs typeface="IBM Plex Sans KR"/>
              </a:defRPr>
            </a:pPr>
            <a:r>
              <a:rPr sz="2100" b="1">
                <a:solidFill>
                  <a:srgbClr val="1B1D21"/>
                </a:solidFill>
                <a:latin typeface="IBM Plex Sans KR"/>
                <a:ea typeface="IBM Plex Sans KR"/>
                <a:cs typeface="IBM Plex Sans KR"/>
              </a:rPr>
              <a:t>이상·이하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C80AD5B-4756-4D7C-ADB7-118D379BAA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48175" y="3448050"/>
            <a:ext cx="2933700" cy="1266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25000"/>
              </a:lnSpc>
              <a:buNone/>
              <a:defRPr sz="1425" b="0">
                <a:solidFill>
                  <a:srgbClr val="34373D"/>
                </a:solidFill>
                <a:latin typeface="IBM Plex Sans KR"/>
                <a:ea typeface="IBM Plex Sans KR"/>
                <a:cs typeface="IBM Plex Sans KR"/>
              </a:defRPr>
            </a:pPr>
            <a:r>
              <a:rPr sz="1425" b="0">
                <a:solidFill>
                  <a:srgbClr val="34373D"/>
                </a:solidFill>
                <a:latin typeface="IBM Plex Sans KR"/>
                <a:ea typeface="IBM Plex Sans KR"/>
                <a:cs typeface="IBM Plex Sans KR"/>
              </a:rPr>
              <a:t>경계값을 포함합니다.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EEC9B57-5DEF-4FA7-A333-808A986AEF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81950" y="1952625"/>
            <a:ext cx="3333750" cy="3143250"/>
          </a:xfrm>
          <a:prstGeom xmlns:a="http://schemas.openxmlformats.org/drawingml/2006/main" prst="roundRect">
            <a:avLst>
              <a:gd name="adj" fmla="val 3636"/>
            </a:avLst>
          </a:prstGeom>
          <a:solidFill xmlns:a="http://schemas.openxmlformats.org/drawingml/2006/main">
            <a:srgbClr val="F1F2F4"/>
          </a:solidFill>
          <a:ln xmlns:a="http://schemas.openxmlformats.org/drawingml/2006/main" w="9525">
            <a:solidFill>
              <a:srgbClr val="E0E3E7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6CF1800-CA1E-4B9C-AEA7-BB19828937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2152650"/>
            <a:ext cx="876300" cy="2667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B1D21"/>
          </a:solidFill>
          <a:ln xmlns:a="http://schemas.openxmlformats.org/drawingml/2006/main" w="9525">
            <a:solidFill>
              <a:srgbClr val="1B1D21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EF684C1-D98C-42AA-8B34-5AAA247746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2162175"/>
            <a:ext cx="8763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82417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975" b="1">
                <a:solidFill>
                  <a:srgbClr val="FFFFFF"/>
                </a:solidFill>
                <a:latin typeface="Archivo"/>
                <a:ea typeface="Archivo"/>
                <a:cs typeface="Archivo"/>
              </a:defRPr>
            </a:pPr>
            <a:r>
              <a:rPr sz="975" b="1">
                <a:solidFill>
                  <a:srgbClr val="FFFFFF"/>
                </a:solidFill>
                <a:latin typeface="Archivo"/>
                <a:ea typeface="Archivo"/>
                <a:cs typeface="Archivo"/>
              </a:rPr>
              <a:t>== · !=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3D6DB609-8345-46BC-B54F-1567C416A0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2667000"/>
            <a:ext cx="2933700" cy="600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2100" b="1">
                <a:solidFill>
                  <a:srgbClr val="1B1D21"/>
                </a:solidFill>
                <a:latin typeface="IBM Plex Sans KR"/>
                <a:ea typeface="IBM Plex Sans KR"/>
                <a:cs typeface="IBM Plex Sans KR"/>
              </a:defRPr>
            </a:pPr>
            <a:r>
              <a:rPr sz="2100" b="1">
                <a:solidFill>
                  <a:srgbClr val="1B1D21"/>
                </a:solidFill>
                <a:latin typeface="IBM Plex Sans KR"/>
                <a:ea typeface="IBM Plex Sans KR"/>
                <a:cs typeface="IBM Plex Sans KR"/>
              </a:rPr>
              <a:t>같다·다르다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51613D53-FB95-4807-9A99-F8499828D4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3448050"/>
            <a:ext cx="2933700" cy="1266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25000"/>
              </a:lnSpc>
              <a:buNone/>
              <a:defRPr sz="1425" b="0">
                <a:solidFill>
                  <a:srgbClr val="34373D"/>
                </a:solidFill>
                <a:latin typeface="IBM Plex Sans KR"/>
                <a:ea typeface="IBM Plex Sans KR"/>
                <a:cs typeface="IBM Plex Sans KR"/>
              </a:defRPr>
            </a:pPr>
            <a:r>
              <a:rPr sz="1425" b="0">
                <a:solidFill>
                  <a:srgbClr val="34373D"/>
                </a:solidFill>
                <a:latin typeface="IBM Plex Sans KR"/>
                <a:ea typeface="IBM Plex Sans KR"/>
                <a:cs typeface="IBM Plex Sans KR"/>
              </a:rPr>
              <a:t>= 저장과 == 비교를 구분합니다.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74780D43-3E08-42E2-9849-813A416197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467350"/>
            <a:ext cx="107823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1575" b="1">
                <a:solidFill>
                  <a:srgbClr val="0E7C86"/>
                </a:solidFill>
                <a:latin typeface="IBM Plex Sans KR"/>
                <a:ea typeface="IBM Plex Sans KR"/>
                <a:cs typeface="IBM Plex Sans KR"/>
              </a:defRPr>
            </a:pPr>
            <a:r>
              <a:rPr sz="1575" b="1">
                <a:solidFill>
                  <a:srgbClr val="0E7C86"/>
                </a:solidFill>
                <a:latin typeface="IBM Plex Sans KR"/>
                <a:ea typeface="IBM Plex Sans KR"/>
                <a:cs typeface="IBM Plex Sans KR"/>
              </a:rPr>
              <a:t>‘60점 이상’에서 정확히 60점이 True인지 물으면 기호의 차이가 보입니다.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B9FD20AD-6134-4338-9212-664B0FED14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324600"/>
            <a:ext cx="4381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6885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900" b="1">
                <a:solidFill>
                  <a:srgbClr val="6C7078"/>
                </a:solidFill>
                <a:latin typeface="IBM Plex Sans KR"/>
                <a:ea typeface="IBM Plex Sans KR"/>
                <a:cs typeface="IBM Plex Sans KR"/>
              </a:defRPr>
            </a:pPr>
            <a:r>
              <a:rPr sz="900" b="1">
                <a:solidFill>
                  <a:srgbClr val="6C7078"/>
                </a:solidFill>
                <a:latin typeface="IBM Plex Sans KR"/>
                <a:ea typeface="IBM Plex Sans KR"/>
                <a:cs typeface="IBM Plex Sans KR"/>
              </a:rPr>
              <a:t>수업자료 3-1</a:t>
            </a:r>
          </a:p>
        </p:txBody>
      </p:sp>
    </p:spTree>
    <p:extLst>
      <p:ext uri="{BB962C8B-B14F-4D97-AF65-F5344CB8AC3E}">
        <p14:creationId xmlns:p14="http://schemas.microsoft.com/office/powerpoint/2010/main" val="797776651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68E71833-949F-473B-AA98-6414C491A1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23850"/>
            <a:ext cx="4095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3864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975" b="1">
                <a:solidFill>
                  <a:srgbClr val="6C7078"/>
                </a:solidFill>
                <a:latin typeface="IBM Plex Sans KR"/>
                <a:ea typeface="IBM Plex Sans KR"/>
                <a:cs typeface="IBM Plex Sans KR"/>
              </a:defRPr>
            </a:pPr>
            <a:r>
              <a:rPr sz="975" b="1">
                <a:solidFill>
                  <a:srgbClr val="6C7078"/>
                </a:solidFill>
                <a:latin typeface="IBM Plex Sans KR"/>
                <a:ea typeface="IBM Plex Sans KR"/>
                <a:cs typeface="IBM Plex Sans KR"/>
              </a:rPr>
              <a:t>정보와 디지털 문해력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DF7CE97-F21C-45F4-B764-3ADA0830CB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82250" y="295275"/>
            <a:ext cx="1238250" cy="2667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B1D21"/>
          </a:solidFill>
          <a:ln xmlns:a="http://schemas.openxmlformats.org/drawingml/2006/main" w="9525">
            <a:solidFill>
              <a:srgbClr val="1B1D21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FE39F5A-0AA1-4A92-9FB0-4FC1A07FA3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82250" y="304800"/>
            <a:ext cx="1238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82417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975" b="1">
                <a:solidFill>
                  <a:srgbClr val="FFFFFF"/>
                </a:solidFill>
                <a:latin typeface="Archivo"/>
                <a:ea typeface="Archivo"/>
                <a:cs typeface="Archivo"/>
              </a:defRPr>
            </a:pPr>
            <a:r>
              <a:rPr sz="975" b="1">
                <a:solidFill>
                  <a:srgbClr val="FFFFFF"/>
                </a:solidFill>
                <a:latin typeface="Archivo"/>
                <a:ea typeface="Archivo"/>
                <a:cs typeface="Archivo"/>
              </a:rPr>
              <a:t>03-1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37FEBD6-82E5-489A-A4AF-97113A5F4C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742950"/>
            <a:ext cx="10287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2850" b="1">
                <a:solidFill>
                  <a:srgbClr val="1B1D21"/>
                </a:solidFill>
                <a:latin typeface="IBM Plex Sans KR"/>
                <a:ea typeface="IBM Plex Sans KR"/>
                <a:cs typeface="IBM Plex Sans KR"/>
              </a:defRPr>
            </a:pPr>
            <a:r>
              <a:rPr sz="2850" b="1">
                <a:solidFill>
                  <a:srgbClr val="1B1D21"/>
                </a:solidFill>
                <a:latin typeface="IBM Plex Sans KR"/>
                <a:ea typeface="IBM Plex Sans KR"/>
                <a:cs typeface="IBM Plex Sans KR"/>
              </a:rPr>
              <a:t>AI가 만든 비교에서 네 가지를 찾습니다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32E1FD4-BC3A-4018-B2F0-6E550F7797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466850"/>
            <a:ext cx="6096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5C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5DFFF27-4FC7-4A7B-8C31-E51F4593EE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01400" y="6324600"/>
            <a:ext cx="4381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6885"/>
          </a:bodyPr>
          <a:lstStyle xmlns:a="http://schemas.openxmlformats.org/drawingml/2006/main"/>
          <a:p xmlns:a="http://schemas.openxmlformats.org/drawingml/2006/main">
            <a:pPr algn="r">
              <a:lnSpc>
                <a:spcPct val="112000"/>
              </a:lnSpc>
              <a:buNone/>
              <a:defRPr sz="900" b="1">
                <a:solidFill>
                  <a:srgbClr val="6C7078"/>
                </a:solidFill>
                <a:latin typeface="Archivo"/>
                <a:ea typeface="Archivo"/>
                <a:cs typeface="Archivo"/>
              </a:defRPr>
            </a:pPr>
            <a:r>
              <a:rPr sz="900" b="1">
                <a:solidFill>
                  <a:srgbClr val="6C7078"/>
                </a:solidFill>
                <a:latin typeface="Archivo"/>
                <a:ea typeface="Archivo"/>
                <a:cs typeface="Archivo"/>
              </a:rPr>
              <a:t>04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91532B0-9B57-46EC-89A0-66E04E6106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1743075"/>
            <a:ext cx="6477000" cy="62865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1B1D21"/>
          </a:solidFill>
          <a:ln xmlns:a="http://schemas.openxmlformats.org/drawingml/2006/main" w="9525">
            <a:solidFill>
              <a:srgbClr val="1B1D21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01D87A3-D06C-466A-9406-1CCCF1E226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1866900"/>
            <a:ext cx="5905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3774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2025" b="1">
                <a:solidFill>
                  <a:srgbClr val="FFFFFF"/>
                </a:solidFill>
                <a:latin typeface="IBM Plex Mono"/>
                <a:ea typeface="IBM Plex Mono"/>
                <a:cs typeface="IBM Plex Mono"/>
              </a:defRPr>
            </a:pPr>
            <a:r>
              <a:rPr sz="2025" b="1">
                <a:solidFill>
                  <a:srgbClr val="FFFFFF"/>
                </a:solidFill>
                <a:latin typeface="IBM Plex Mono"/>
                <a:ea typeface="IBM Plex Mono"/>
                <a:cs typeface="IBM Plex Mono"/>
              </a:rPr>
              <a:t>study_minutes = 45 · goal_minutes = 60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81517D5-ADCB-4B17-BAF8-12AB825E20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686050"/>
            <a:ext cx="2000250" cy="1695450"/>
          </a:xfrm>
          <a:prstGeom xmlns:a="http://schemas.openxmlformats.org/drawingml/2006/main" prst="roundRect">
            <a:avLst>
              <a:gd name="adj" fmla="val 6742"/>
            </a:avLst>
          </a:prstGeom>
          <a:solidFill xmlns:a="http://schemas.openxmlformats.org/drawingml/2006/main">
            <a:srgbClr val="F1F2F4"/>
          </a:solidFill>
          <a:ln xmlns:a="http://schemas.openxmlformats.org/drawingml/2006/main" w="9525">
            <a:solidFill>
              <a:srgbClr val="E0E3E7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F9A06EB-FCE1-4684-9552-3E42E17706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857500"/>
            <a:ext cx="3048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2279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1">
                <a:solidFill>
                  <a:srgbClr val="FF5C00"/>
                </a:solidFill>
                <a:latin typeface="Archivo"/>
                <a:ea typeface="Archivo"/>
                <a:cs typeface="Archivo"/>
              </a:defRPr>
            </a:pPr>
            <a:r>
              <a:rPr sz="1575" b="1">
                <a:solidFill>
                  <a:srgbClr val="FF5C00"/>
                </a:solidFill>
                <a:latin typeface="Archivo"/>
                <a:ea typeface="Archivo"/>
                <a:cs typeface="Archivo"/>
              </a:rPr>
              <a:t>1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80198BD-3458-49A6-B7AC-D219E71CCA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248025"/>
            <a:ext cx="16954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1">
                <a:solidFill>
                  <a:srgbClr val="1B1D21"/>
                </a:solidFill>
                <a:latin typeface="IBM Plex Sans KR"/>
                <a:ea typeface="IBM Plex Sans KR"/>
                <a:cs typeface="IBM Plex Sans KR"/>
              </a:defRPr>
            </a:pPr>
            <a:r>
              <a:rPr sz="1575" b="1">
                <a:solidFill>
                  <a:srgbClr val="1B1D21"/>
                </a:solidFill>
                <a:latin typeface="IBM Plex Sans KR"/>
                <a:ea typeface="IBM Plex Sans KR"/>
                <a:cs typeface="IBM Plex Sans KR"/>
              </a:rPr>
              <a:t>대상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29BD13C-84A7-43D3-9F76-E7A838CC43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714750"/>
            <a:ext cx="16954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163" b="0">
                <a:solidFill>
                  <a:srgbClr val="6C7078"/>
                </a:solidFill>
                <a:latin typeface="IBM Plex Sans KR"/>
                <a:ea typeface="IBM Plex Sans KR"/>
                <a:cs typeface="IBM Plex Sans KR"/>
              </a:defRPr>
            </a:pPr>
            <a:r>
              <a:rPr sz="1163" b="0">
                <a:solidFill>
                  <a:srgbClr val="6C7078"/>
                </a:solidFill>
                <a:latin typeface="IBM Plex Sans KR"/>
                <a:ea typeface="IBM Plex Sans KR"/>
                <a:cs typeface="IBM Plex Sans KR"/>
              </a:rPr>
              <a:t>무엇을 비교?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A5B9C01-9C5B-4EEB-ADF2-95C09BDB83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33650" y="3276600"/>
            <a:ext cx="190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1725" b="1">
                <a:solidFill>
                  <a:srgbClr val="FF5C00"/>
                </a:solidFill>
                <a:latin typeface="IBM Plex Sans KR"/>
                <a:ea typeface="IBM Plex Sans KR"/>
                <a:cs typeface="IBM Plex Sans KR"/>
              </a:defRPr>
            </a:pPr>
            <a:r>
              <a:rPr sz="1725" b="1">
                <a:solidFill>
                  <a:srgbClr val="FF5C00"/>
                </a:solidFill>
                <a:latin typeface="IBM Plex Sans KR"/>
                <a:ea typeface="IBM Plex Sans KR"/>
                <a:cs typeface="IBM Plex Sans KR"/>
              </a:rPr>
              <a:t>→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833C842-E501-4C8A-ADDD-1B813DDA9A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24150" y="2686050"/>
            <a:ext cx="2000250" cy="1695450"/>
          </a:xfrm>
          <a:prstGeom xmlns:a="http://schemas.openxmlformats.org/drawingml/2006/main" prst="roundRect">
            <a:avLst>
              <a:gd name="adj" fmla="val 6742"/>
            </a:avLst>
          </a:prstGeom>
          <a:solidFill xmlns:a="http://schemas.openxmlformats.org/drawingml/2006/main">
            <a:srgbClr val="F1F2F4"/>
          </a:solidFill>
          <a:ln xmlns:a="http://schemas.openxmlformats.org/drawingml/2006/main" w="9525">
            <a:solidFill>
              <a:srgbClr val="E0E3E7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5F01508-E42F-4EBA-903B-6D05A9F23F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76550" y="2857500"/>
            <a:ext cx="3048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2279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1">
                <a:solidFill>
                  <a:srgbClr val="FF5C00"/>
                </a:solidFill>
                <a:latin typeface="Archivo"/>
                <a:ea typeface="Archivo"/>
                <a:cs typeface="Archivo"/>
              </a:defRPr>
            </a:pPr>
            <a:r>
              <a:rPr sz="1575" b="1">
                <a:solidFill>
                  <a:srgbClr val="FF5C00"/>
                </a:solidFill>
                <a:latin typeface="Archivo"/>
                <a:ea typeface="Archivo"/>
                <a:cs typeface="Archivo"/>
              </a:rPr>
              <a:t>2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5FF8B4C-B8B2-449F-82FB-E726B54D7C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76550" y="3248025"/>
            <a:ext cx="16954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1">
                <a:solidFill>
                  <a:srgbClr val="1B1D21"/>
                </a:solidFill>
                <a:latin typeface="IBM Plex Sans KR"/>
                <a:ea typeface="IBM Plex Sans KR"/>
                <a:cs typeface="IBM Plex Sans KR"/>
              </a:defRPr>
            </a:pPr>
            <a:r>
              <a:rPr sz="1575" b="1">
                <a:solidFill>
                  <a:srgbClr val="1B1D21"/>
                </a:solidFill>
                <a:latin typeface="IBM Plex Sans KR"/>
                <a:ea typeface="IBM Plex Sans KR"/>
                <a:cs typeface="IBM Plex Sans KR"/>
              </a:rPr>
              <a:t>단위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F3E7079-60D6-4B7B-B4E5-12E45E64A8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76550" y="3714750"/>
            <a:ext cx="16954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163" b="0">
                <a:solidFill>
                  <a:srgbClr val="6C7078"/>
                </a:solidFill>
                <a:latin typeface="IBM Plex Sans KR"/>
                <a:ea typeface="IBM Plex Sans KR"/>
                <a:cs typeface="IBM Plex Sans KR"/>
              </a:defRPr>
            </a:pPr>
            <a:r>
              <a:rPr sz="1163" b="0">
                <a:solidFill>
                  <a:srgbClr val="6C7078"/>
                </a:solidFill>
                <a:latin typeface="IBM Plex Sans KR"/>
                <a:ea typeface="IBM Plex Sans KR"/>
                <a:cs typeface="IBM Plex Sans KR"/>
              </a:rPr>
              <a:t>둘 다 분?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AFC3E6B-E4CD-4BB8-8D48-8E6BF4A0B0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24400" y="3276600"/>
            <a:ext cx="190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1725" b="1">
                <a:solidFill>
                  <a:srgbClr val="FF5C00"/>
                </a:solidFill>
                <a:latin typeface="IBM Plex Sans KR"/>
                <a:ea typeface="IBM Plex Sans KR"/>
                <a:cs typeface="IBM Plex Sans KR"/>
              </a:defRPr>
            </a:pPr>
            <a:r>
              <a:rPr sz="1725" b="1">
                <a:solidFill>
                  <a:srgbClr val="FF5C00"/>
                </a:solidFill>
                <a:latin typeface="IBM Plex Sans KR"/>
                <a:ea typeface="IBM Plex Sans KR"/>
                <a:cs typeface="IBM Plex Sans KR"/>
              </a:rPr>
              <a:t>→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A05AE95-3707-4923-AC32-E4FC41B933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14900" y="2686050"/>
            <a:ext cx="2000250" cy="1695450"/>
          </a:xfrm>
          <a:prstGeom xmlns:a="http://schemas.openxmlformats.org/drawingml/2006/main" prst="roundRect">
            <a:avLst>
              <a:gd name="adj" fmla="val 6742"/>
            </a:avLst>
          </a:prstGeom>
          <a:solidFill xmlns:a="http://schemas.openxmlformats.org/drawingml/2006/main">
            <a:srgbClr val="F1F2F4"/>
          </a:solidFill>
          <a:ln xmlns:a="http://schemas.openxmlformats.org/drawingml/2006/main" w="9525">
            <a:solidFill>
              <a:srgbClr val="E0E3E7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02E9B20C-0DCD-445D-A9F0-55339211B6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67300" y="2857500"/>
            <a:ext cx="3048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2279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1">
                <a:solidFill>
                  <a:srgbClr val="FF5C00"/>
                </a:solidFill>
                <a:latin typeface="Archivo"/>
                <a:ea typeface="Archivo"/>
                <a:cs typeface="Archivo"/>
              </a:defRPr>
            </a:pPr>
            <a:r>
              <a:rPr sz="1575" b="1">
                <a:solidFill>
                  <a:srgbClr val="FF5C00"/>
                </a:solidFill>
                <a:latin typeface="Archivo"/>
                <a:ea typeface="Archivo"/>
                <a:cs typeface="Archivo"/>
              </a:rPr>
              <a:t>3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B170A81C-BD9B-4E12-8336-08784EC095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67300" y="3248025"/>
            <a:ext cx="16954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1">
                <a:solidFill>
                  <a:srgbClr val="1B1D21"/>
                </a:solidFill>
                <a:latin typeface="IBM Plex Sans KR"/>
                <a:ea typeface="IBM Plex Sans KR"/>
                <a:cs typeface="IBM Plex Sans KR"/>
              </a:defRPr>
            </a:pPr>
            <a:r>
              <a:rPr sz="1575" b="1">
                <a:solidFill>
                  <a:srgbClr val="1B1D21"/>
                </a:solidFill>
                <a:latin typeface="IBM Plex Sans KR"/>
                <a:ea typeface="IBM Plex Sans KR"/>
                <a:cs typeface="IBM Plex Sans KR"/>
              </a:rPr>
              <a:t>기준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BBC1B2A4-F835-4286-B9C1-50C505C6D4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67300" y="3714750"/>
            <a:ext cx="16954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163" b="0">
                <a:solidFill>
                  <a:srgbClr val="6C7078"/>
                </a:solidFill>
                <a:latin typeface="IBM Plex Sans KR"/>
                <a:ea typeface="IBM Plex Sans KR"/>
                <a:cs typeface="IBM Plex Sans KR"/>
              </a:defRPr>
            </a:pPr>
            <a:r>
              <a:rPr sz="1163" b="0">
                <a:solidFill>
                  <a:srgbClr val="6C7078"/>
                </a:solidFill>
                <a:latin typeface="IBM Plex Sans KR"/>
                <a:ea typeface="IBM Plex Sans KR"/>
                <a:cs typeface="IBM Plex Sans KR"/>
              </a:rPr>
              <a:t>누가 정했나?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A74C7B88-AC02-4263-AE8F-3E7621DCBB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15150" y="3276600"/>
            <a:ext cx="190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1725" b="1">
                <a:solidFill>
                  <a:srgbClr val="FF5C00"/>
                </a:solidFill>
                <a:latin typeface="IBM Plex Sans KR"/>
                <a:ea typeface="IBM Plex Sans KR"/>
                <a:cs typeface="IBM Plex Sans KR"/>
              </a:defRPr>
            </a:pPr>
            <a:r>
              <a:rPr sz="1725" b="1">
                <a:solidFill>
                  <a:srgbClr val="FF5C00"/>
                </a:solidFill>
                <a:latin typeface="IBM Plex Sans KR"/>
                <a:ea typeface="IBM Plex Sans KR"/>
                <a:cs typeface="IBM Plex Sans KR"/>
              </a:rPr>
              <a:t>→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038540F2-8C0C-462D-ABA5-6805392927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05650" y="2686050"/>
            <a:ext cx="2000250" cy="1695450"/>
          </a:xfrm>
          <a:prstGeom xmlns:a="http://schemas.openxmlformats.org/drawingml/2006/main" prst="roundRect">
            <a:avLst>
              <a:gd name="adj" fmla="val 6742"/>
            </a:avLst>
          </a:prstGeom>
          <a:solidFill xmlns:a="http://schemas.openxmlformats.org/drawingml/2006/main">
            <a:srgbClr val="F1F2F4"/>
          </a:solidFill>
          <a:ln xmlns:a="http://schemas.openxmlformats.org/drawingml/2006/main" w="9525">
            <a:solidFill>
              <a:srgbClr val="E0E3E7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2CBE9BA3-01CB-47C1-ACB0-3CD425E308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58050" y="2857500"/>
            <a:ext cx="3048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2279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1">
                <a:solidFill>
                  <a:srgbClr val="FF5C00"/>
                </a:solidFill>
                <a:latin typeface="Archivo"/>
                <a:ea typeface="Archivo"/>
                <a:cs typeface="Archivo"/>
              </a:defRPr>
            </a:pPr>
            <a:r>
              <a:rPr sz="1575" b="1">
                <a:solidFill>
                  <a:srgbClr val="FF5C00"/>
                </a:solidFill>
                <a:latin typeface="Archivo"/>
                <a:ea typeface="Archivo"/>
                <a:cs typeface="Archivo"/>
              </a:rPr>
              <a:t>4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DFE4DDE7-77B0-42A9-8E9E-7D56C9F25D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58050" y="3248025"/>
            <a:ext cx="16954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1">
                <a:solidFill>
                  <a:srgbClr val="1B1D21"/>
                </a:solidFill>
                <a:latin typeface="IBM Plex Sans KR"/>
                <a:ea typeface="IBM Plex Sans KR"/>
                <a:cs typeface="IBM Plex Sans KR"/>
              </a:defRPr>
            </a:pPr>
            <a:r>
              <a:rPr sz="1575" b="1">
                <a:solidFill>
                  <a:srgbClr val="1B1D21"/>
                </a:solidFill>
                <a:latin typeface="IBM Plex Sans KR"/>
                <a:ea typeface="IBM Plex Sans KR"/>
                <a:cs typeface="IBM Plex Sans KR"/>
              </a:rPr>
              <a:t>기호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79BC0C1A-75F8-4502-99F2-04B37E19E0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58050" y="3714750"/>
            <a:ext cx="16954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163" b="0">
                <a:solidFill>
                  <a:srgbClr val="6C7078"/>
                </a:solidFill>
                <a:latin typeface="IBM Plex Sans KR"/>
                <a:ea typeface="IBM Plex Sans KR"/>
                <a:cs typeface="IBM Plex Sans KR"/>
              </a:defRPr>
            </a:pPr>
            <a:r>
              <a:rPr sz="1163" b="0">
                <a:solidFill>
                  <a:srgbClr val="6C7078"/>
                </a:solidFill>
                <a:latin typeface="IBM Plex Sans KR"/>
                <a:ea typeface="IBM Plex Sans KR"/>
                <a:cs typeface="IBM Plex Sans KR"/>
              </a:rPr>
              <a:t>&gt;=가 맞나?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1BCE90E5-FE88-4EB8-B8FA-E24264BDA8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05900" y="3276600"/>
            <a:ext cx="190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1725" b="1">
                <a:solidFill>
                  <a:srgbClr val="FF5C00"/>
                </a:solidFill>
                <a:latin typeface="IBM Plex Sans KR"/>
                <a:ea typeface="IBM Plex Sans KR"/>
                <a:cs typeface="IBM Plex Sans KR"/>
              </a:defRPr>
            </a:pPr>
            <a:r>
              <a:rPr sz="1725" b="1">
                <a:solidFill>
                  <a:srgbClr val="FF5C00"/>
                </a:solidFill>
                <a:latin typeface="IBM Plex Sans KR"/>
                <a:ea typeface="IBM Plex Sans KR"/>
                <a:cs typeface="IBM Plex Sans KR"/>
              </a:rPr>
              <a:t>→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E477A8F4-9866-4F26-B01B-9968951354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2686050"/>
            <a:ext cx="2000250" cy="1695450"/>
          </a:xfrm>
          <a:prstGeom xmlns:a="http://schemas.openxmlformats.org/drawingml/2006/main" prst="roundRect">
            <a:avLst>
              <a:gd name="adj" fmla="val 6742"/>
            </a:avLst>
          </a:prstGeom>
          <a:solidFill xmlns:a="http://schemas.openxmlformats.org/drawingml/2006/main">
            <a:srgbClr val="E7F2ED"/>
          </a:solidFill>
          <a:ln xmlns:a="http://schemas.openxmlformats.org/drawingml/2006/main" w="9525">
            <a:solidFill>
              <a:srgbClr val="0E7C86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805D5881-A257-4755-905F-AF9331625E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48800" y="2857500"/>
            <a:ext cx="3048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2279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1">
                <a:solidFill>
                  <a:srgbClr val="0E7C86"/>
                </a:solidFill>
                <a:latin typeface="Archivo"/>
                <a:ea typeface="Archivo"/>
                <a:cs typeface="Archivo"/>
              </a:defRPr>
            </a:pPr>
            <a:r>
              <a:rPr sz="1575" b="1">
                <a:solidFill>
                  <a:srgbClr val="0E7C86"/>
                </a:solidFill>
                <a:latin typeface="Archivo"/>
                <a:ea typeface="Archivo"/>
                <a:cs typeface="Archivo"/>
              </a:rPr>
              <a:t>5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39F37F3A-E964-4A0E-B61C-9D139D6E65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48800" y="3248025"/>
            <a:ext cx="16954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1">
                <a:solidFill>
                  <a:srgbClr val="1B1D21"/>
                </a:solidFill>
                <a:latin typeface="IBM Plex Sans KR"/>
                <a:ea typeface="IBM Plex Sans KR"/>
                <a:cs typeface="IBM Plex Sans KR"/>
              </a:defRPr>
            </a:pPr>
            <a:r>
              <a:rPr sz="1575" b="1">
                <a:solidFill>
                  <a:srgbClr val="1B1D21"/>
                </a:solidFill>
                <a:latin typeface="IBM Plex Sans KR"/>
                <a:ea typeface="IBM Plex Sans KR"/>
                <a:cs typeface="IBM Plex Sans KR"/>
              </a:rPr>
              <a:t>예상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68AB8C2D-C2E8-4073-8D23-18C62627FD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48800" y="3714750"/>
            <a:ext cx="16954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163" b="0">
                <a:solidFill>
                  <a:srgbClr val="6C7078"/>
                </a:solidFill>
                <a:latin typeface="IBM Plex Sans KR"/>
                <a:ea typeface="IBM Plex Sans KR"/>
                <a:cs typeface="IBM Plex Sans KR"/>
              </a:defRPr>
            </a:pPr>
            <a:r>
              <a:rPr sz="1163" b="0">
                <a:solidFill>
                  <a:srgbClr val="6C7078"/>
                </a:solidFill>
                <a:latin typeface="IBM Plex Sans KR"/>
                <a:ea typeface="IBM Plex Sans KR"/>
                <a:cs typeface="IBM Plex Sans KR"/>
              </a:rPr>
              <a:t>False인가?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25DC38BC-E6D1-456C-B0A5-C1A08BFEB4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495300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1725" b="1">
                <a:solidFill>
                  <a:srgbClr val="34373D"/>
                </a:solidFill>
                <a:latin typeface="IBM Plex Sans KR"/>
                <a:ea typeface="IBM Plex Sans KR"/>
                <a:cs typeface="IBM Plex Sans KR"/>
              </a:defRPr>
            </a:pPr>
            <a:r>
              <a:rPr sz="1725" b="1">
                <a:solidFill>
                  <a:srgbClr val="34373D"/>
                </a:solidFill>
                <a:latin typeface="IBM Plex Sans KR"/>
                <a:ea typeface="IBM Plex Sans KR"/>
                <a:cs typeface="IBM Plex Sans KR"/>
              </a:rPr>
              <a:t>코드가 정확해도 기준·단위·연산자가 잘못되면 판단은 틀립니다.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8365D98E-4C16-4900-978D-0E44CD71B3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324600"/>
            <a:ext cx="4381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6885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900" b="1">
                <a:solidFill>
                  <a:srgbClr val="6C7078"/>
                </a:solidFill>
                <a:latin typeface="IBM Plex Sans KR"/>
                <a:ea typeface="IBM Plex Sans KR"/>
                <a:cs typeface="IBM Plex Sans KR"/>
              </a:defRPr>
            </a:pPr>
            <a:r>
              <a:rPr sz="900" b="1">
                <a:solidFill>
                  <a:srgbClr val="6C7078"/>
                </a:solidFill>
                <a:latin typeface="IBM Plex Sans KR"/>
                <a:ea typeface="IBM Plex Sans KR"/>
                <a:cs typeface="IBM Plex Sans KR"/>
              </a:rPr>
              <a:t>수업자료 3-1</a:t>
            </a:r>
          </a:p>
        </p:txBody>
      </p:sp>
    </p:spTree>
    <p:extLst>
      <p:ext uri="{BB962C8B-B14F-4D97-AF65-F5344CB8AC3E}">
        <p14:creationId xmlns:p14="http://schemas.microsoft.com/office/powerpoint/2010/main" val="1685485159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D24D15D-8981-4337-BE99-1B4E9AC7CB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23850"/>
            <a:ext cx="4095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3864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975" b="1">
                <a:solidFill>
                  <a:srgbClr val="6C7078"/>
                </a:solidFill>
                <a:latin typeface="IBM Plex Sans KR"/>
                <a:ea typeface="IBM Plex Sans KR"/>
                <a:cs typeface="IBM Plex Sans KR"/>
              </a:defRPr>
            </a:pPr>
            <a:r>
              <a:rPr sz="975" b="1">
                <a:solidFill>
                  <a:srgbClr val="6C7078"/>
                </a:solidFill>
                <a:latin typeface="IBM Plex Sans KR"/>
                <a:ea typeface="IBM Plex Sans KR"/>
                <a:cs typeface="IBM Plex Sans KR"/>
              </a:rPr>
              <a:t>정보와 디지털 문해력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5736CD2-85D2-4E63-9024-BCB9A3F5E8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82250" y="295275"/>
            <a:ext cx="1238250" cy="2667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B1D21"/>
          </a:solidFill>
          <a:ln xmlns:a="http://schemas.openxmlformats.org/drawingml/2006/main" w="9525">
            <a:solidFill>
              <a:srgbClr val="1B1D21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99E1618-E5DC-48D3-980C-0389DB1DA3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82250" y="304800"/>
            <a:ext cx="1238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82417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975" b="1">
                <a:solidFill>
                  <a:srgbClr val="FFFFFF"/>
                </a:solidFill>
                <a:latin typeface="Archivo"/>
                <a:ea typeface="Archivo"/>
                <a:cs typeface="Archivo"/>
              </a:defRPr>
            </a:pPr>
            <a:r>
              <a:rPr sz="975" b="1">
                <a:solidFill>
                  <a:srgbClr val="FFFFFF"/>
                </a:solidFill>
                <a:latin typeface="Archivo"/>
                <a:ea typeface="Archivo"/>
                <a:cs typeface="Archivo"/>
              </a:rPr>
              <a:t>03-1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D631C33-F7FA-4D44-9E64-9CF89EED88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742950"/>
            <a:ext cx="10287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2850" b="1">
                <a:solidFill>
                  <a:srgbClr val="1B1D21"/>
                </a:solidFill>
                <a:latin typeface="IBM Plex Sans KR"/>
                <a:ea typeface="IBM Plex Sans KR"/>
                <a:cs typeface="IBM Plex Sans KR"/>
              </a:defRPr>
            </a:pPr>
            <a:r>
              <a:rPr sz="2850" b="1">
                <a:solidFill>
                  <a:srgbClr val="1B1D21"/>
                </a:solidFill>
                <a:latin typeface="IBM Plex Sans KR"/>
                <a:ea typeface="IBM Plex Sans KR"/>
                <a:cs typeface="IBM Plex Sans KR"/>
              </a:rPr>
              <a:t>비교 결과는 다음 행동의 기준이 됩니다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7A266FE-AF0D-40BC-8DA5-6C0DF351BC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466850"/>
            <a:ext cx="6096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5C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EFA6554-F5E3-46B1-AA52-3E386EFA99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01400" y="6324600"/>
            <a:ext cx="4381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6885"/>
          </a:bodyPr>
          <a:lstStyle xmlns:a="http://schemas.openxmlformats.org/drawingml/2006/main"/>
          <a:p xmlns:a="http://schemas.openxmlformats.org/drawingml/2006/main">
            <a:pPr algn="r">
              <a:lnSpc>
                <a:spcPct val="112000"/>
              </a:lnSpc>
              <a:buNone/>
              <a:defRPr sz="900" b="1">
                <a:solidFill>
                  <a:srgbClr val="6C7078"/>
                </a:solidFill>
                <a:latin typeface="Archivo"/>
                <a:ea typeface="Archivo"/>
                <a:cs typeface="Archivo"/>
              </a:defRPr>
            </a:pPr>
            <a:r>
              <a:rPr sz="900" b="1">
                <a:solidFill>
                  <a:srgbClr val="6C7078"/>
                </a:solidFill>
                <a:latin typeface="Archivo"/>
                <a:ea typeface="Archivo"/>
                <a:cs typeface="Archivo"/>
              </a:rPr>
              <a:t>05</a:t>
            </a:r>
          </a:p>
        </p:txBody>
      </p:sp>
      <p:pic>
        <p:nvPicPr>
          <p:cNvPr id="2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e31e7843664468b"/>
          <a:stretch xmlns:a="http://schemas.openxmlformats.org/drawingml/2006/main"/>
        </p:blipFill>
        <p:spPr>
          <a:xfrm xmlns:a="http://schemas.openxmlformats.org/drawingml/2006/main">
            <a:off x="533400" y="1822847"/>
            <a:ext cx="6896100" cy="3879056"/>
          </a:xfrm>
          <a:prstGeom xmlns:a="http://schemas.openxmlformats.org/drawingml/2006/main" prst="roundRect">
            <a:avLst/>
          </a:prstGeom>
        </p:spPr>
      </p:pic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066AA35-B656-4867-ABAA-1383287B62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34300" y="1809750"/>
            <a:ext cx="3524250" cy="3905250"/>
          </a:xfrm>
          <a:prstGeom xmlns:a="http://schemas.openxmlformats.org/drawingml/2006/main" prst="roundRect">
            <a:avLst>
              <a:gd name="adj" fmla="val 3243"/>
            </a:avLst>
          </a:prstGeom>
          <a:solidFill xmlns:a="http://schemas.openxmlformats.org/drawingml/2006/main">
            <a:srgbClr val="F1F2F4"/>
          </a:solidFill>
          <a:ln xmlns:a="http://schemas.openxmlformats.org/drawingml/2006/main" w="9525">
            <a:solidFill>
              <a:srgbClr val="E0E3E7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FA2A258-4454-4D9C-B9CC-02E471193F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2114550"/>
            <a:ext cx="2952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6097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2100" b="1">
                <a:solidFill>
                  <a:srgbClr val="FF5C00"/>
                </a:solidFill>
                <a:latin typeface="Archivo"/>
                <a:ea typeface="Archivo"/>
                <a:cs typeface="Archivo"/>
              </a:defRPr>
            </a:pPr>
            <a:r>
              <a:rPr sz="2100" b="1">
                <a:solidFill>
                  <a:srgbClr val="FF5C00"/>
                </a:solidFill>
                <a:latin typeface="Archivo"/>
                <a:ea typeface="Archivo"/>
                <a:cs typeface="Archivo"/>
              </a:rPr>
              <a:t>조건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DA0A666-D1B7-4FB6-A0CA-D962BA9354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2571750"/>
            <a:ext cx="2952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8344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725" b="1">
                <a:solidFill>
                  <a:srgbClr val="1B1D21"/>
                </a:solidFill>
                <a:latin typeface="IBM Plex Sans KR"/>
                <a:ea typeface="IBM Plex Sans KR"/>
                <a:cs typeface="IBM Plex Sans KR"/>
              </a:defRPr>
            </a:pPr>
            <a:r>
              <a:rPr sz="1725" b="1">
                <a:solidFill>
                  <a:srgbClr val="1B1D21"/>
                </a:solidFill>
                <a:latin typeface="IBM Plex Sans KR"/>
                <a:ea typeface="IBM Plex Sans KR"/>
                <a:cs typeface="IBM Plex Sans KR"/>
              </a:rPr>
              <a:t>score &gt;= 60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7FDECB4-6EC6-4151-BE72-AEE07E262A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3152775"/>
            <a:ext cx="2667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0E3E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03B86D0-9626-4B94-8977-EEE0EF05F6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3429000"/>
            <a:ext cx="2952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6097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2100" b="1">
                <a:solidFill>
                  <a:srgbClr val="FF5C00"/>
                </a:solidFill>
                <a:latin typeface="Archivo"/>
                <a:ea typeface="Archivo"/>
                <a:cs typeface="Archivo"/>
              </a:defRPr>
            </a:pPr>
            <a:r>
              <a:rPr sz="2100" b="1">
                <a:solidFill>
                  <a:srgbClr val="FF5C00"/>
                </a:solidFill>
                <a:latin typeface="Archivo"/>
                <a:ea typeface="Archivo"/>
                <a:cs typeface="Archivo"/>
              </a:rPr>
              <a:t>결과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3A02551-D203-43C6-B7F4-638AFF11BE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3886200"/>
            <a:ext cx="28575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725" b="1">
                <a:solidFill>
                  <a:srgbClr val="1B1D21"/>
                </a:solidFill>
                <a:latin typeface="IBM Plex Sans KR"/>
                <a:ea typeface="IBM Plex Sans KR"/>
                <a:cs typeface="IBM Plex Sans KR"/>
              </a:defRPr>
            </a:pPr>
            <a:r>
              <a:rPr sz="1725" b="1">
                <a:solidFill>
                  <a:srgbClr val="1B1D21"/>
                </a:solidFill>
                <a:latin typeface="IBM Plex Sans KR"/>
                <a:ea typeface="IBM Plex Sans KR"/>
                <a:cs typeface="IBM Plex Sans KR"/>
              </a:rPr>
              <a:t>True / False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6449E3F-5628-4DF7-9B16-16F7C26666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5010150"/>
            <a:ext cx="2857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313" b="0">
                <a:solidFill>
                  <a:srgbClr val="6C7078"/>
                </a:solidFill>
                <a:latin typeface="IBM Plex Sans KR"/>
                <a:ea typeface="IBM Plex Sans KR"/>
                <a:cs typeface="IBM Plex Sans KR"/>
              </a:defRPr>
            </a:pPr>
            <a:r>
              <a:rPr sz="1313" b="0">
                <a:solidFill>
                  <a:srgbClr val="6C7078"/>
                </a:solidFill>
                <a:latin typeface="IBM Plex Sans KR"/>
                <a:ea typeface="IBM Plex Sans KR"/>
                <a:cs typeface="IBM Plex Sans KR"/>
              </a:rPr>
              <a:t>True일 때 다음 행동 실행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0F8AB2E-E505-4BFB-95F4-E46B7FD13C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324600"/>
            <a:ext cx="4381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6885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900" b="1">
                <a:solidFill>
                  <a:srgbClr val="6C7078"/>
                </a:solidFill>
                <a:latin typeface="IBM Plex Sans KR"/>
                <a:ea typeface="IBM Plex Sans KR"/>
                <a:cs typeface="IBM Plex Sans KR"/>
              </a:defRPr>
            </a:pPr>
            <a:r>
              <a:rPr sz="900" b="1">
                <a:solidFill>
                  <a:srgbClr val="6C7078"/>
                </a:solidFill>
                <a:latin typeface="IBM Plex Sans KR"/>
                <a:ea typeface="IBM Plex Sans KR"/>
                <a:cs typeface="IBM Plex Sans KR"/>
              </a:rPr>
              <a:t>수업자료 3-1</a:t>
            </a:r>
          </a:p>
        </p:txBody>
      </p:sp>
    </p:spTree>
    <p:extLst>
      <p:ext uri="{BB962C8B-B14F-4D97-AF65-F5344CB8AC3E}">
        <p14:creationId xmlns:p14="http://schemas.microsoft.com/office/powerpoint/2010/main" val="1382871806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00630FD0-91C2-461A-A67E-CA35153BC2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23850"/>
            <a:ext cx="4095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3864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975" b="1">
                <a:solidFill>
                  <a:srgbClr val="6C7078"/>
                </a:solidFill>
                <a:latin typeface="IBM Plex Sans KR"/>
                <a:ea typeface="IBM Plex Sans KR"/>
                <a:cs typeface="IBM Plex Sans KR"/>
              </a:defRPr>
            </a:pPr>
            <a:r>
              <a:rPr sz="975" b="1">
                <a:solidFill>
                  <a:srgbClr val="6C7078"/>
                </a:solidFill>
                <a:latin typeface="IBM Plex Sans KR"/>
                <a:ea typeface="IBM Plex Sans KR"/>
                <a:cs typeface="IBM Plex Sans KR"/>
              </a:rPr>
              <a:t>정보와 디지털 문해력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EBB741E-D9B5-4C27-BAD6-2AD845A157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82250" y="295275"/>
            <a:ext cx="1238250" cy="2667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B1D21"/>
          </a:solidFill>
          <a:ln xmlns:a="http://schemas.openxmlformats.org/drawingml/2006/main" w="9525">
            <a:solidFill>
              <a:srgbClr val="1B1D21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60F06DC-980E-4579-9F1B-EA9465A979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82250" y="304800"/>
            <a:ext cx="1238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82417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975" b="1">
                <a:solidFill>
                  <a:srgbClr val="FFFFFF"/>
                </a:solidFill>
                <a:latin typeface="Archivo"/>
                <a:ea typeface="Archivo"/>
                <a:cs typeface="Archivo"/>
              </a:defRPr>
            </a:pPr>
            <a:r>
              <a:rPr sz="975" b="1">
                <a:solidFill>
                  <a:srgbClr val="FFFFFF"/>
                </a:solidFill>
                <a:latin typeface="Archivo"/>
                <a:ea typeface="Archivo"/>
                <a:cs typeface="Archivo"/>
              </a:rPr>
              <a:t>03-1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57D43B3-AB8A-4E7B-A72B-4331A4ACFB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742950"/>
            <a:ext cx="10287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2850" b="1">
                <a:solidFill>
                  <a:srgbClr val="1B1D21"/>
                </a:solidFill>
                <a:latin typeface="IBM Plex Sans KR"/>
                <a:ea typeface="IBM Plex Sans KR"/>
                <a:cs typeface="IBM Plex Sans KR"/>
              </a:defRPr>
            </a:pPr>
            <a:r>
              <a:rPr sz="2850" b="1">
                <a:solidFill>
                  <a:srgbClr val="1B1D21"/>
                </a:solidFill>
                <a:latin typeface="IBM Plex Sans KR"/>
                <a:ea typeface="IBM Plex Sans KR"/>
                <a:cs typeface="IBM Plex Sans KR"/>
              </a:rPr>
              <a:t>OpenCode 요청에서도 기준을 확인합니다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F867449-9915-4DD9-96F0-D411849DCB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466850"/>
            <a:ext cx="6096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5C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F037A3F-767A-44D6-912E-4C4436DB36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01400" y="6324600"/>
            <a:ext cx="4381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6885"/>
          </a:bodyPr>
          <a:lstStyle xmlns:a="http://schemas.openxmlformats.org/drawingml/2006/main"/>
          <a:p xmlns:a="http://schemas.openxmlformats.org/drawingml/2006/main">
            <a:pPr algn="r">
              <a:lnSpc>
                <a:spcPct val="112000"/>
              </a:lnSpc>
              <a:buNone/>
              <a:defRPr sz="900" b="1">
                <a:solidFill>
                  <a:srgbClr val="6C7078"/>
                </a:solidFill>
                <a:latin typeface="Archivo"/>
                <a:ea typeface="Archivo"/>
                <a:cs typeface="Archivo"/>
              </a:defRPr>
            </a:pPr>
            <a:r>
              <a:rPr sz="900" b="1">
                <a:solidFill>
                  <a:srgbClr val="6C7078"/>
                </a:solidFill>
                <a:latin typeface="Archivo"/>
                <a:ea typeface="Archivo"/>
                <a:cs typeface="Archivo"/>
              </a:rPr>
              <a:t>06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CBD25C3-F908-4B9D-9836-D95257008E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952625"/>
            <a:ext cx="3333750" cy="3143250"/>
          </a:xfrm>
          <a:prstGeom xmlns:a="http://schemas.openxmlformats.org/drawingml/2006/main" prst="roundRect">
            <a:avLst>
              <a:gd name="adj" fmla="val 3636"/>
            </a:avLst>
          </a:prstGeom>
          <a:solidFill xmlns:a="http://schemas.openxmlformats.org/drawingml/2006/main">
            <a:srgbClr val="F1F2F4"/>
          </a:solidFill>
          <a:ln xmlns:a="http://schemas.openxmlformats.org/drawingml/2006/main" w="9525">
            <a:solidFill>
              <a:srgbClr val="E0E3E7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1A88161-E2FF-4391-BFCE-A1A45ABE88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152650"/>
            <a:ext cx="876300" cy="2667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B1D21"/>
          </a:solidFill>
          <a:ln xmlns:a="http://schemas.openxmlformats.org/drawingml/2006/main" w="9525">
            <a:solidFill>
              <a:srgbClr val="1B1D21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EDBB7E7-8C3C-4AB6-969C-CBFE171CFA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162175"/>
            <a:ext cx="8763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82417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975" b="1">
                <a:solidFill>
                  <a:srgbClr val="FFFFFF"/>
                </a:solidFill>
                <a:latin typeface="Archivo"/>
                <a:ea typeface="Archivo"/>
                <a:cs typeface="Archivo"/>
              </a:defRPr>
            </a:pPr>
            <a:r>
              <a:rPr sz="975" b="1">
                <a:solidFill>
                  <a:srgbClr val="FFFFFF"/>
                </a:solidFill>
                <a:latin typeface="Archivo"/>
                <a:ea typeface="Archivo"/>
                <a:cs typeface="Archivo"/>
              </a:rPr>
              <a:t>값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BF7C6AF-ECAB-4CCD-93DD-D1657B881B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667000"/>
            <a:ext cx="2933700" cy="600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2100" b="1">
                <a:solidFill>
                  <a:srgbClr val="1B1D21"/>
                </a:solidFill>
                <a:latin typeface="IBM Plex Sans KR"/>
                <a:ea typeface="IBM Plex Sans KR"/>
                <a:cs typeface="IBM Plex Sans KR"/>
              </a:defRPr>
            </a:pPr>
            <a:r>
              <a:rPr sz="2100" b="1">
                <a:solidFill>
                  <a:srgbClr val="1B1D21"/>
                </a:solidFill>
                <a:latin typeface="IBM Plex Sans KR"/>
                <a:ea typeface="IBM Plex Sans KR"/>
                <a:cs typeface="IBM Plex Sans KR"/>
              </a:rPr>
              <a:t>현재 27도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CFFD94B-DEAB-4A71-BB7B-B0846D44F7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448050"/>
            <a:ext cx="2933700" cy="1266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25000"/>
              </a:lnSpc>
              <a:buNone/>
              <a:defRPr sz="1425" b="0">
                <a:solidFill>
                  <a:srgbClr val="34373D"/>
                </a:solidFill>
                <a:latin typeface="IBM Plex Sans KR"/>
                <a:ea typeface="IBM Plex Sans KR"/>
                <a:cs typeface="IBM Plex Sans KR"/>
              </a:defRPr>
            </a:pPr>
            <a:r>
              <a:rPr sz="1425" b="0">
                <a:solidFill>
                  <a:srgbClr val="34373D"/>
                </a:solidFill>
                <a:latin typeface="IBM Plex Sans KR"/>
                <a:ea typeface="IBM Plex Sans KR"/>
                <a:cs typeface="IBM Plex Sans KR"/>
              </a:rPr>
              <a:t>비교할 현재 값을 찾습니다.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DEF2E0F-2F55-467F-B0A0-1B2DE17A06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57675" y="1952625"/>
            <a:ext cx="3333750" cy="3143250"/>
          </a:xfrm>
          <a:prstGeom xmlns:a="http://schemas.openxmlformats.org/drawingml/2006/main" prst="roundRect">
            <a:avLst>
              <a:gd name="adj" fmla="val 3636"/>
            </a:avLst>
          </a:prstGeom>
          <a:solidFill xmlns:a="http://schemas.openxmlformats.org/drawingml/2006/main">
            <a:srgbClr val="FFF1E8"/>
          </a:solidFill>
          <a:ln xmlns:a="http://schemas.openxmlformats.org/drawingml/2006/main" w="9525">
            <a:solidFill>
              <a:srgbClr val="FF5C00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4B8F367-BE1D-4CA1-AD11-49C86095B5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48175" y="2152650"/>
            <a:ext cx="876300" cy="2667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5C00"/>
          </a:solidFill>
          <a:ln xmlns:a="http://schemas.openxmlformats.org/drawingml/2006/main" w="9525">
            <a:solidFill>
              <a:srgbClr val="FF5C00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C8A0322-7BE8-434B-9972-737C41370C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48175" y="2162175"/>
            <a:ext cx="8763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82417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975" b="1">
                <a:solidFill>
                  <a:srgbClr val="FFFFFF"/>
                </a:solidFill>
                <a:latin typeface="Archivo"/>
                <a:ea typeface="Archivo"/>
                <a:cs typeface="Archivo"/>
              </a:defRPr>
            </a:pPr>
            <a:r>
              <a:rPr sz="975" b="1">
                <a:solidFill>
                  <a:srgbClr val="FFFFFF"/>
                </a:solidFill>
                <a:latin typeface="Archivo"/>
                <a:ea typeface="Archivo"/>
                <a:cs typeface="Archivo"/>
              </a:rPr>
              <a:t>기준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7D7E949-0275-424B-A17B-F44BB59167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48175" y="2667000"/>
            <a:ext cx="2933700" cy="600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2100" b="1">
                <a:solidFill>
                  <a:srgbClr val="1B1D21"/>
                </a:solidFill>
                <a:latin typeface="IBM Plex Sans KR"/>
                <a:ea typeface="IBM Plex Sans KR"/>
                <a:cs typeface="IBM Plex Sans KR"/>
              </a:defRPr>
            </a:pPr>
            <a:r>
              <a:rPr sz="2100" b="1">
                <a:solidFill>
                  <a:srgbClr val="1B1D21"/>
                </a:solidFill>
                <a:latin typeface="IBM Plex Sans KR"/>
                <a:ea typeface="IBM Plex Sans KR"/>
                <a:cs typeface="IBM Plex Sans KR"/>
              </a:rPr>
              <a:t>기준 25도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C80AD5B-4756-4D7C-ADB7-118D379BAA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48175" y="3448050"/>
            <a:ext cx="2933700" cy="1266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25000"/>
              </a:lnSpc>
              <a:buNone/>
              <a:defRPr sz="1425" b="0">
                <a:solidFill>
                  <a:srgbClr val="34373D"/>
                </a:solidFill>
                <a:latin typeface="IBM Plex Sans KR"/>
                <a:ea typeface="IBM Plex Sans KR"/>
                <a:cs typeface="IBM Plex Sans KR"/>
              </a:defRPr>
            </a:pPr>
            <a:r>
              <a:rPr sz="1425" b="0">
                <a:solidFill>
                  <a:srgbClr val="34373D"/>
                </a:solidFill>
                <a:latin typeface="IBM Plex Sans KR"/>
                <a:ea typeface="IBM Plex Sans KR"/>
                <a:cs typeface="IBM Plex Sans KR"/>
              </a:rPr>
              <a:t>단위와 기준의 출처를 확인합니다.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EEC9B57-5DEF-4FA7-A333-808A986AEF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81950" y="1952625"/>
            <a:ext cx="3333750" cy="3143250"/>
          </a:xfrm>
          <a:prstGeom xmlns:a="http://schemas.openxmlformats.org/drawingml/2006/main" prst="roundRect">
            <a:avLst>
              <a:gd name="adj" fmla="val 3636"/>
            </a:avLst>
          </a:prstGeom>
          <a:solidFill xmlns:a="http://schemas.openxmlformats.org/drawingml/2006/main">
            <a:srgbClr val="F1F2F4"/>
          </a:solidFill>
          <a:ln xmlns:a="http://schemas.openxmlformats.org/drawingml/2006/main" w="9525">
            <a:solidFill>
              <a:srgbClr val="E0E3E7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6CF1800-CA1E-4B9C-AEA7-BB19828937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2152650"/>
            <a:ext cx="876300" cy="2667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B1D21"/>
          </a:solidFill>
          <a:ln xmlns:a="http://schemas.openxmlformats.org/drawingml/2006/main" w="9525">
            <a:solidFill>
              <a:srgbClr val="1B1D21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EF684C1-D98C-42AA-8B34-5AAA247746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2162175"/>
            <a:ext cx="8763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82417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975" b="1">
                <a:solidFill>
                  <a:srgbClr val="FFFFFF"/>
                </a:solidFill>
                <a:latin typeface="Archivo"/>
                <a:ea typeface="Archivo"/>
                <a:cs typeface="Archivo"/>
              </a:defRPr>
            </a:pPr>
            <a:r>
              <a:rPr sz="975" b="1">
                <a:solidFill>
                  <a:srgbClr val="FFFFFF"/>
                </a:solidFill>
                <a:latin typeface="Archivo"/>
                <a:ea typeface="Archivo"/>
                <a:cs typeface="Archivo"/>
              </a:rPr>
              <a:t>기호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3D6DB609-8345-46BC-B54F-1567C416A0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2667000"/>
            <a:ext cx="2933700" cy="600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2100" b="1">
                <a:solidFill>
                  <a:srgbClr val="1B1D21"/>
                </a:solidFill>
                <a:latin typeface="IBM Plex Sans KR"/>
                <a:ea typeface="IBM Plex Sans KR"/>
                <a:cs typeface="IBM Plex Sans KR"/>
              </a:defRPr>
            </a:pPr>
            <a:r>
              <a:rPr sz="2100" b="1">
                <a:solidFill>
                  <a:srgbClr val="1B1D21"/>
                </a:solidFill>
                <a:latin typeface="IBM Plex Sans KR"/>
                <a:ea typeface="IBM Plex Sans KR"/>
                <a:cs typeface="IBM Plex Sans KR"/>
              </a:rPr>
              <a:t>&gt;=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51613D53-FB95-4807-9A99-F8499828D4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3448050"/>
            <a:ext cx="2933700" cy="1266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25000"/>
              </a:lnSpc>
              <a:buNone/>
              <a:defRPr sz="1425" b="0">
                <a:solidFill>
                  <a:srgbClr val="34373D"/>
                </a:solidFill>
                <a:latin typeface="IBM Plex Sans KR"/>
                <a:ea typeface="IBM Plex Sans KR"/>
                <a:cs typeface="IBM Plex Sans KR"/>
              </a:defRPr>
            </a:pPr>
            <a:r>
              <a:rPr sz="1425" b="0">
                <a:solidFill>
                  <a:srgbClr val="34373D"/>
                </a:solidFill>
                <a:latin typeface="IBM Plex Sans KR"/>
                <a:ea typeface="IBM Plex Sans KR"/>
                <a:cs typeface="IBM Plex Sans KR"/>
              </a:rPr>
              <a:t>‘이상’과 맞는지 확인합니다.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74780D43-3E08-42E2-9849-813A416197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467350"/>
            <a:ext cx="107823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1575" b="1">
                <a:solidFill>
                  <a:srgbClr val="0E7C86"/>
                </a:solidFill>
                <a:latin typeface="IBM Plex Sans KR"/>
                <a:ea typeface="IBM Plex Sans KR"/>
                <a:cs typeface="IBM Plex Sans KR"/>
              </a:defRPr>
            </a:pPr>
            <a:r>
              <a:rPr sz="1575" b="1">
                <a:solidFill>
                  <a:srgbClr val="0E7C86"/>
                </a:solidFill>
                <a:latin typeface="IBM Plex Sans KR"/>
                <a:ea typeface="IBM Plex Sans KR"/>
                <a:cs typeface="IBM Plex Sans KR"/>
              </a:rPr>
              <a:t>기준을 30으로 바꾸고 False를 예상한 뒤 실행합니다.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B9FD20AD-6134-4338-9212-664B0FED14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324600"/>
            <a:ext cx="4381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6885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900" b="1">
                <a:solidFill>
                  <a:srgbClr val="6C7078"/>
                </a:solidFill>
                <a:latin typeface="IBM Plex Sans KR"/>
                <a:ea typeface="IBM Plex Sans KR"/>
                <a:cs typeface="IBM Plex Sans KR"/>
              </a:defRPr>
            </a:pPr>
            <a:r>
              <a:rPr sz="900" b="1">
                <a:solidFill>
                  <a:srgbClr val="6C7078"/>
                </a:solidFill>
                <a:latin typeface="IBM Plex Sans KR"/>
                <a:ea typeface="IBM Plex Sans KR"/>
                <a:cs typeface="IBM Plex Sans KR"/>
              </a:rPr>
              <a:t>수업자료 3-1</a:t>
            </a:r>
          </a:p>
        </p:txBody>
      </p:sp>
    </p:spTree>
    <p:extLst>
      <p:ext uri="{BB962C8B-B14F-4D97-AF65-F5344CB8AC3E}">
        <p14:creationId xmlns:p14="http://schemas.microsoft.com/office/powerpoint/2010/main" val="797776651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833D84A4-768F-472D-9848-F5AB664A3E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23850"/>
            <a:ext cx="4095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3864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975" b="1">
                <a:solidFill>
                  <a:srgbClr val="6C7078"/>
                </a:solidFill>
                <a:latin typeface="IBM Plex Sans KR"/>
                <a:ea typeface="IBM Plex Sans KR"/>
                <a:cs typeface="IBM Plex Sans KR"/>
              </a:defRPr>
            </a:pPr>
            <a:r>
              <a:rPr sz="975" b="1">
                <a:solidFill>
                  <a:srgbClr val="6C7078"/>
                </a:solidFill>
                <a:latin typeface="IBM Plex Sans KR"/>
                <a:ea typeface="IBM Plex Sans KR"/>
                <a:cs typeface="IBM Plex Sans KR"/>
              </a:rPr>
              <a:t>정보와 디지털 문해력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FC66864-8A40-45AF-9B4C-98FC1B8A6C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82250" y="295275"/>
            <a:ext cx="1238250" cy="2667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B1D21"/>
          </a:solidFill>
          <a:ln xmlns:a="http://schemas.openxmlformats.org/drawingml/2006/main" w="9525">
            <a:solidFill>
              <a:srgbClr val="1B1D21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FBFBD8F-39FD-442E-8878-DE6416D56B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82250" y="304800"/>
            <a:ext cx="1238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82417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975" b="1">
                <a:solidFill>
                  <a:srgbClr val="FFFFFF"/>
                </a:solidFill>
                <a:latin typeface="Archivo"/>
                <a:ea typeface="Archivo"/>
                <a:cs typeface="Archivo"/>
              </a:defRPr>
            </a:pPr>
            <a:r>
              <a:rPr sz="975" b="1">
                <a:solidFill>
                  <a:srgbClr val="FFFFFF"/>
                </a:solidFill>
                <a:latin typeface="Archivo"/>
                <a:ea typeface="Archivo"/>
                <a:cs typeface="Archivo"/>
              </a:rPr>
              <a:t>03-1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1FE2401-6019-4F48-A131-23C632F532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742950"/>
            <a:ext cx="10287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2850" b="1">
                <a:solidFill>
                  <a:srgbClr val="1B1D21"/>
                </a:solidFill>
                <a:latin typeface="IBM Plex Sans KR"/>
                <a:ea typeface="IBM Plex Sans KR"/>
                <a:cs typeface="IBM Plex Sans KR"/>
              </a:defRPr>
            </a:pPr>
            <a:r>
              <a:rPr sz="2850" b="1">
                <a:solidFill>
                  <a:srgbClr val="1B1D21"/>
                </a:solidFill>
                <a:latin typeface="IBM Plex Sans KR"/>
                <a:ea typeface="IBM Plex Sans KR"/>
                <a:cs typeface="IBM Plex Sans KR"/>
              </a:rPr>
              <a:t>코드가 정확해도 기준은 틀릴 수 있습니다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7D3612F-9EF3-486E-8E80-CC954EF33E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466850"/>
            <a:ext cx="6096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5C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5FBC44F-BF50-4A05-96DE-150B9C8722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01400" y="6324600"/>
            <a:ext cx="4381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6885"/>
          </a:bodyPr>
          <a:lstStyle xmlns:a="http://schemas.openxmlformats.org/drawingml/2006/main"/>
          <a:p xmlns:a="http://schemas.openxmlformats.org/drawingml/2006/main">
            <a:pPr algn="r">
              <a:lnSpc>
                <a:spcPct val="112000"/>
              </a:lnSpc>
              <a:buNone/>
              <a:defRPr sz="900" b="1">
                <a:solidFill>
                  <a:srgbClr val="6C7078"/>
                </a:solidFill>
                <a:latin typeface="Archivo"/>
                <a:ea typeface="Archivo"/>
                <a:cs typeface="Archivo"/>
              </a:defRPr>
            </a:pPr>
            <a:r>
              <a:rPr sz="900" b="1">
                <a:solidFill>
                  <a:srgbClr val="6C7078"/>
                </a:solidFill>
                <a:latin typeface="Archivo"/>
                <a:ea typeface="Archivo"/>
                <a:cs typeface="Archivo"/>
              </a:rPr>
              <a:t>07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75A9CDE-9344-4424-824E-46171BD6E4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885950"/>
            <a:ext cx="10439400" cy="3143250"/>
          </a:xfrm>
          <a:prstGeom xmlns:a="http://schemas.openxmlformats.org/drawingml/2006/main" prst="roundRect">
            <a:avLst>
              <a:gd name="adj" fmla="val 3636"/>
            </a:avLst>
          </a:prstGeom>
          <a:solidFill xmlns:a="http://schemas.openxmlformats.org/drawingml/2006/main">
            <a:srgbClr val="1B1D21"/>
          </a:solidFill>
          <a:ln xmlns:a="http://schemas.openxmlformats.org/drawingml/2006/main" w="9525">
            <a:solidFill>
              <a:srgbClr val="1B1D21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32F6555-3F47-4856-A3A9-EA18FFBD72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2219325"/>
            <a:ext cx="98679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8259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2175" b="1">
                <a:solidFill>
                  <a:srgbClr val="FF5C00"/>
                </a:solidFill>
                <a:latin typeface="IBM Plex Sans KR"/>
                <a:ea typeface="IBM Plex Sans KR"/>
                <a:cs typeface="IBM Plex Sans KR"/>
              </a:defRPr>
            </a:pPr>
            <a:r>
              <a:rPr sz="2175" b="1">
                <a:solidFill>
                  <a:srgbClr val="FF5C00"/>
                </a:solidFill>
                <a:latin typeface="IBM Plex Sans KR"/>
                <a:ea typeface="IBM Plex Sans KR"/>
                <a:cs typeface="IBM Plex Sans KR"/>
              </a:rPr>
              <a:t>비교는 True·False를 만들지만 현실의 옳음을 보증하지 않습니다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311DF65-3627-41F2-A074-6910C17361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04925" y="2990850"/>
            <a:ext cx="2476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1950" b="1">
                <a:solidFill>
                  <a:srgbClr val="FFFFFF"/>
                </a:solidFill>
                <a:latin typeface="IBM Plex Sans KR"/>
                <a:ea typeface="IBM Plex Sans KR"/>
                <a:cs typeface="IBM Plex Sans KR"/>
              </a:defRPr>
            </a:pPr>
            <a:r>
              <a:rPr sz="1950" b="1">
                <a:solidFill>
                  <a:srgbClr val="FFFFFF"/>
                </a:solidFill>
                <a:latin typeface="IBM Plex Sans KR"/>
                <a:ea typeface="IBM Plex Sans KR"/>
                <a:cs typeface="IBM Plex Sans KR"/>
              </a:rPr>
              <a:t>값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F9734E0-D545-4AC4-8C0C-13AB0F51B2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0" y="3057525"/>
            <a:ext cx="5524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7997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2175" b="1">
                <a:solidFill>
                  <a:srgbClr val="FF5C00"/>
                </a:solidFill>
                <a:latin typeface="IBM Plex Sans KR"/>
                <a:ea typeface="IBM Plex Sans KR"/>
                <a:cs typeface="IBM Plex Sans KR"/>
              </a:defRPr>
            </a:pPr>
            <a:r>
              <a:rPr sz="2175" b="1">
                <a:solidFill>
                  <a:srgbClr val="FF5C00"/>
                </a:solidFill>
                <a:latin typeface="IBM Plex Sans KR"/>
                <a:ea typeface="IBM Plex Sans KR"/>
                <a:cs typeface="IBM Plex Sans KR"/>
              </a:rPr>
              <a:t>→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DB7861F-72F7-46EB-8A6D-7A84361D6A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48175" y="2990850"/>
            <a:ext cx="18097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1950" b="1">
                <a:solidFill>
                  <a:srgbClr val="FFFFFF"/>
                </a:solidFill>
                <a:latin typeface="IBM Plex Sans KR"/>
                <a:ea typeface="IBM Plex Sans KR"/>
                <a:cs typeface="IBM Plex Sans KR"/>
              </a:defRPr>
            </a:pPr>
            <a:r>
              <a:rPr sz="1950" b="1">
                <a:solidFill>
                  <a:srgbClr val="FFFFFF"/>
                </a:solidFill>
                <a:latin typeface="IBM Plex Sans KR"/>
                <a:ea typeface="IBM Plex Sans KR"/>
                <a:cs typeface="IBM Plex Sans KR"/>
              </a:rPr>
              <a:t>단위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82B180A-8939-46E1-AA66-C6CE2A3C7A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15075" y="3057525"/>
            <a:ext cx="5524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7997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2175" b="1">
                <a:solidFill>
                  <a:srgbClr val="FF5C00"/>
                </a:solidFill>
                <a:latin typeface="IBM Plex Sans KR"/>
                <a:ea typeface="IBM Plex Sans KR"/>
                <a:cs typeface="IBM Plex Sans KR"/>
              </a:defRPr>
            </a:pPr>
            <a:r>
              <a:rPr sz="2175" b="1">
                <a:solidFill>
                  <a:srgbClr val="FF5C00"/>
                </a:solidFill>
                <a:latin typeface="IBM Plex Sans KR"/>
                <a:ea typeface="IBM Plex Sans KR"/>
                <a:cs typeface="IBM Plex Sans KR"/>
              </a:rPr>
              <a:t>→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508B9CC-8A07-4804-BB79-691A20A9F5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62775" y="2990850"/>
            <a:ext cx="18097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1950" b="1">
                <a:solidFill>
                  <a:srgbClr val="FFFFFF"/>
                </a:solidFill>
                <a:latin typeface="IBM Plex Sans KR"/>
                <a:ea typeface="IBM Plex Sans KR"/>
                <a:cs typeface="IBM Plex Sans KR"/>
              </a:defRPr>
            </a:pPr>
            <a:r>
              <a:rPr sz="1950" b="1">
                <a:solidFill>
                  <a:srgbClr val="FFFFFF"/>
                </a:solidFill>
                <a:latin typeface="IBM Plex Sans KR"/>
                <a:ea typeface="IBM Plex Sans KR"/>
                <a:cs typeface="IBM Plex Sans KR"/>
              </a:rPr>
              <a:t>기준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7B319C8-991F-4849-9638-587912275D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29675" y="3057525"/>
            <a:ext cx="5524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7997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2175" b="1">
                <a:solidFill>
                  <a:srgbClr val="FF5C00"/>
                </a:solidFill>
                <a:latin typeface="IBM Plex Sans KR"/>
                <a:ea typeface="IBM Plex Sans KR"/>
                <a:cs typeface="IBM Plex Sans KR"/>
              </a:defRPr>
            </a:pPr>
            <a:r>
              <a:rPr sz="2175" b="1">
                <a:solidFill>
                  <a:srgbClr val="FF5C00"/>
                </a:solidFill>
                <a:latin typeface="IBM Plex Sans KR"/>
                <a:ea typeface="IBM Plex Sans KR"/>
                <a:cs typeface="IBM Plex Sans KR"/>
              </a:rPr>
              <a:t>→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1951057-987C-4730-A3B5-24BA4758DF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10700" y="2990850"/>
            <a:ext cx="14287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1950" b="1">
                <a:solidFill>
                  <a:srgbClr val="FFFFFF"/>
                </a:solidFill>
                <a:latin typeface="IBM Plex Sans KR"/>
                <a:ea typeface="IBM Plex Sans KR"/>
                <a:cs typeface="IBM Plex Sans KR"/>
              </a:defRPr>
            </a:pPr>
            <a:r>
              <a:rPr sz="1950" b="1">
                <a:solidFill>
                  <a:srgbClr val="FFFFFF"/>
                </a:solidFill>
                <a:latin typeface="IBM Plex Sans KR"/>
                <a:ea typeface="IBM Plex Sans KR"/>
                <a:cs typeface="IBM Plex Sans KR"/>
              </a:rPr>
              <a:t>연산자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1B1EA09-0954-4D6C-8A82-74650CD004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3981450"/>
            <a:ext cx="91440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2025" b="1">
                <a:solidFill>
                  <a:srgbClr val="C9CDD2"/>
                </a:solidFill>
                <a:latin typeface="IBM Plex Sans KR"/>
                <a:ea typeface="IBM Plex Sans KR"/>
                <a:cs typeface="IBM Plex Sans KR"/>
              </a:defRPr>
            </a:pPr>
            <a:r>
              <a:rPr sz="2025" b="1">
                <a:solidFill>
                  <a:srgbClr val="C9CDD2"/>
                </a:solidFill>
                <a:latin typeface="IBM Plex Sans KR"/>
                <a:ea typeface="IBM Plex Sans KR"/>
                <a:cs typeface="IBM Plex Sans KR"/>
              </a:rPr>
              <a:t>AI가 만든 비교도 사람이 기준을 확인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E2D0CFB-923C-4C1E-9DE2-01DCC0E94A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467350"/>
            <a:ext cx="106680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1650" b="0">
                <a:solidFill>
                  <a:srgbClr val="6C7078"/>
                </a:solidFill>
                <a:latin typeface="IBM Plex Sans KR"/>
                <a:ea typeface="IBM Plex Sans KR"/>
                <a:cs typeface="IBM Plex Sans KR"/>
              </a:defRPr>
            </a:pPr>
            <a:r>
              <a:rPr sz="1650" b="0">
                <a:solidFill>
                  <a:srgbClr val="6C7078"/>
                </a:solidFill>
                <a:latin typeface="IBM Plex Sans KR"/>
                <a:ea typeface="IBM Plex Sans KR"/>
                <a:cs typeface="IBM Plex Sans KR"/>
              </a:rPr>
              <a:t>다음 차시: 외부 라이브러리 전에 프로젝트별 .venv를 준비합니다.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ADF9A22-2C31-41EA-B269-AD14C91838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324600"/>
            <a:ext cx="4381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6885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900" b="1">
                <a:solidFill>
                  <a:srgbClr val="6C7078"/>
                </a:solidFill>
                <a:latin typeface="IBM Plex Sans KR"/>
                <a:ea typeface="IBM Plex Sans KR"/>
                <a:cs typeface="IBM Plex Sans KR"/>
              </a:defRPr>
            </a:pPr>
            <a:r>
              <a:rPr sz="900" b="1">
                <a:solidFill>
                  <a:srgbClr val="6C7078"/>
                </a:solidFill>
                <a:latin typeface="IBM Plex Sans KR"/>
                <a:ea typeface="IBM Plex Sans KR"/>
                <a:cs typeface="IBM Plex Sans KR"/>
              </a:rPr>
              <a:t>수업자료 3-1</a:t>
            </a:r>
          </a:p>
        </p:txBody>
      </p:sp>
    </p:spTree>
    <p:extLst>
      <p:ext uri="{BB962C8B-B14F-4D97-AF65-F5344CB8AC3E}">
        <p14:creationId xmlns:p14="http://schemas.microsoft.com/office/powerpoint/2010/main" val="1879392546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2026-08-29T14:38:51.3360000Z</dcterms:created>
  <dcterms:modified xsi:type="dcterms:W3CDTF">2026-08-29T14:38:51.3360000Z</dcterms:modified>
</coreProperties>
</file>