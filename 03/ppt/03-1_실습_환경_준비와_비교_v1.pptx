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교과서 7쪽이 그 경우만 보는 쪽입니다. 2주차에 Node 와 Python 은 잘 됐는데 OpenCode 하나만 안 됐던 그 일과 같은 겁니다. 프로그램은 깔렸는데 PowerShell 이 있는 곳을 모르는 상태입니다. 되는 학생은 7쪽을 넘기고 다음 장으로 갑니다.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11–12쪽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13–15쪽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16–17쪽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18·20쪽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19쪽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24–25쪽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26–27쪽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29–30쪽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2026-09-14T12:51:06Z</dcterms:created>
  <dcterms:modified xsi:type="dcterms:W3CDTF">2026-09-14T12:51:06Z</dcterms:modified>
</cp:coreProperties>
</file>