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19분은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문장 분해 / 37–43 워크시트 / 43–44 애매한 말 / 44–45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교과서 7·8쪽이 그 경우만 보는 쪽입니다. 7쪽에서 원인을 가르고, True 가 나오면 8쪽에 고치는 명령이 그대로 있습니다. 2주차에 Node 와 Python 은 잘 됐는데 OpenCode 하나만 안 됐던 그 일과 같은 겁니다. 프로그램은 깔렸는데 PowerShell 이 있는 곳을 모르는 상태입니다. 되는 학생은 두 쪽을 넘기고 다음 장으로 갑니다. 8쪽까지 했는데도 안 되면 제가 갑니다.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C1·C2b·C4. 학생이 Test-Path 까지 하고 손을 들면 그 뒤는 C2b 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[화면이 교과서 캡처와 다를 때 — 2026-09 확인]
VS Code 가 업데이트되면 커널 목록이 새 UI 로 바뀐다. 창 제목이 「Select Kernel」이 아니라 「Select a Python Environment」이면 새 UI 다.
 · 이름이 「.venv (Python 3.14)」 가 아니라 「03 (3.14.2)」 로 뜬다 — pyproject.toml 의 project name 이고, 폴더 이름과 같게 맞춰 두었다(2026-09-14).
 · 경로는 「03\.venv\Scripts\python.exe」 가 아니라 「.venv\Scripts\python.exe」 로 짧게 뜬다. 03 이 경로에서 빠지는 대신 이름 쪽으로 간다 — 그래서 한 줄에 03 과 .venv 가 둘 다 남는다.
 · 새 UI 에서는 맨 위 ⭐ 표시 · Recommended 가 붙은 것이 맞는 것이다.
 · 고른 뒤 오른쪽 위에도 .venv 대신 프로젝트 이름이 뜬다. 교과서 17절의 확인 방법이 안 먹는다.
둘 중 무엇으로 뜨든 화면에 03 과 .venv 가 둘 다 있다. 교과서 기준이 그대로 선다. 학생에게는 「03 과 .venv 가 같이 보이는 줄」이라고만 말한다.
확인은 다음 장 첫 셀의 sys.executable 출력으로 대신한다. 거기 경로에 .venv 가 있으면 맞다. 이건 UI 가 뭐든 안 변한다.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[폴더를 제대로 열었는데도 목록에 없을 때 — 현장 판단]
아래로 갈수록 손이 많이 간다. 한 명이면 ①, 여럿이면 ②, 교실 전체면 ③ 을 쓴다.
① 목록 맨 아래 「Enter interpreter path...」 에 경로를 직접 넣는다. 학생마다 폴더 이름이 달라 절대경로는 못 불러 준다. 상대경로를 부른다.
      .venv\Scripts\python.exe
   안 먹으면 노트북 파일 기준으로 한 번 더.
      ..\.venv\Scripts\python.exe
   ※ 상대경로를 받는지는 수업 전에 학교 PC 한 대에서 확인해 둔다. 되는 쪽 하나만 불러 준다. 새 UI 에는 이 항목이 없을 수 있다.
② 03 폴더 안에 .vscode 폴더를 만들고 settings.json 을 넣어 준다. .venv 는 학생이 폴더를 어디에 뒀든 늘 03 바로 안이라 모든 학생에게 같은 내용이 먹는다.
      { "python.defaultInterpreterPath": "${workspaceFolder}/.venv/Scripts/python.exe" }
   이건 「기본으로 고를 것」을 정해 주는 것이지 커널을 자동으로 꽂아 주지는 않는다. 목록 위로 올라오고 미리 선택돼 있을 확률이 올라가는 정도다. 넣은 뒤 VS Code 를 다시 연다.
③ 그래도 안 되면 그 학생은 노트북을 접고 code/ 의 .py 파일로 간다. 오늘 볼 것은 「코드 아래에 결과가 나온다」이므로, 터미널 출력으로 대신하고 수업 뒤에 따로 잡는다.
[왜 이걸 여기까지 적어 두나]
커널이 막히면 3-1 이 통째로 멈춘다. 교과서에는 ① 만 넣지 않고 비워 뒀다 — 학생이 직접 고르는 경험을 한 번은 해야 하고, 나중에도 쓸 일이기 때문이다. 현장에서 몇 명이 막히는지 보고 여기서 고른다.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[37–43분]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[43–44분]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14–16쪽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17–18쪽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19·21쪽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24–25쪽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26–27쪽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29–30쪽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2026-09-14T13:35:42Z</dcterms:created>
  <dcterms:modified xsi:type="dcterms:W3CDTF">2026-09-14T13:35:42Z</dcterms:modified>
</cp:coreProperties>
</file>