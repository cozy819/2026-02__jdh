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자료 내려받기 / 4–5 진행 지도 / 5–6 uv 는 왜
6–7 도구함 그림 / 7–14 uv 설치 / 14–16 VS Code·폴더 열기 / 16–18 Jupyter 확장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자료 내려받기
설치를 시작하기 전에 오늘 쓸 자료부터 받아 둡니다. 내려받는 데 시간이 걸리니까 먼저 걸어 두는 겁니다.
교과서 3쪽을 펴세요. 파란 버튼이 있습니다. 그걸 누르면 03_student_files.zip 이 받아집니다.
받으면 마우스 오른쪽 버튼 → 압축 풀기. 03 폴더가 나옵니다. 그 폴더를 2 주차에 만든 JDH_VibeCoding_자기이름 폴더 안에 넣으세요.
안에 뭐가 들었는지 잠깐 보면 — notebooks 에 오늘 실행할 파일이 있고, pyproject.toml 과 uv.lock 에 이 폴더가 쓸 도구 목록이 있습니다. .venv 는 아직 없습니다. 그걸 만드는 게 오늘 할 일 중 하나입니다.
여기서 멈추세요. VS Code 는 아직 열지 않습니다. 도구를 먼저 깔고, 그 다음에 이 폴더를 엽니다.
[진행 메모]
받기가 느린 학생이 있으면 다음 장으로 넘어가면서 뒤에서 계속 받게 둔다. 여기서 다 같이 기다리지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[5–6분]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[6–7분]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[7–14분]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이 PowerShell 창을 닫고 새로 여세요. 터미널은 열릴 때 프로그램 목록을 한 번 읽습니다. 그 뒤에 깔린 건 새로 연 창에서만 보입니다. 2-1 때와 같은 이유입니다. (VS Code 는 아직 켜지 않습니다. 그건 다음 장에서 합니다.)
다시 열고 uv --version 을 쳐서 번호가 나오면 성공입니다.
번호가 안 나오면 혼자 다른 방법 찾지 마세요. 손 들고 화면을 보여 주세요.
[진행 메모]
설치는 7분을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[14–16분] VS Code 를 열고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여기까지 됐으면 터미널을 열어서 uv --version 을 한 번 더 쳐 보세요. PowerShell 에서 깔았는데 VS Code 안에서도 되는지 보는 겁니다. 번호가 안 나오면 VS Code 를 완전히 닫고 다시 여세요. 그래도 안 나오면 교과서 8쪽 빨간 상자를 보고, 혼자 고치지 말고 손을 드세요.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오늘 자료를 받는다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버튼으로 내려받고, 압축을 푼다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03_student_files.zip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notebooks — 오늘 실행할 파일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pyproject.toml · uv.lock — 이 폴더가 쓸 도구 목록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두는 곳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JDH_VibeCoding_자기이름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 주차에 만든 그 폴더 안에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폴더를 통째로 넣는다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여기까지는 탐색기에서 한다. VS Code 는 아직 열지 않는다 — 도구를 먼저 깐다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폴더가 2 주차 폴더 안에 들어가 있으면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PowerShell 을 닫고 새로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PowerShell 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열고 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7–8쪽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를 열고,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03 이 보이고, 터미널에 uv 번호가 나오면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10–11쪽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15–16쪽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17·19쪽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23–24쪽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25–26쪽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28–29쪽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30쪽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2026-09-14T12:42:58Z</dcterms:created>
  <dcterms:modified xsi:type="dcterms:W3CDTF">2026-09-14T12:42:58Z</dcterms:modified>
</cp:coreProperties>
</file>