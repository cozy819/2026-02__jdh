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fdcfc442564e81" /><Relationship Type="http://schemas.openxmlformats.org/officeDocument/2006/relationships/extended-properties" Target="/docProps/app.xml" Id="R4f8c0e151ef84cdb" /><Relationship Type="http://schemas.openxmlformats.org/officeDocument/2006/relationships/officeDocument" Target="/ppt/presentation.xml" Id="Raaeeb98ca33d4a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68146405264338"/>
  </p:sldMasterIdLst>
  <p:notesMasterIdLst>
    <p:notesMasterId xmlns:r="http://schemas.openxmlformats.org/officeDocument/2006/relationships" r:id="Rbf01beb8e5b74bb2"/>
  </p:notesMasterIdLst>
  <p:sldIdLst>
    <p:sldId xmlns:r="http://schemas.openxmlformats.org/officeDocument/2006/relationships" id="256" r:id="R8dba386edcb34b76"/>
    <p:sldId xmlns:r="http://schemas.openxmlformats.org/officeDocument/2006/relationships" id="257" r:id="Rb2a428f5d9dc4000"/>
    <p:sldId xmlns:r="http://schemas.openxmlformats.org/officeDocument/2006/relationships" id="258" r:id="Rd5905d971ddc454c"/>
    <p:sldId xmlns:r="http://schemas.openxmlformats.org/officeDocument/2006/relationships" id="259" r:id="R8620257c42e6423a"/>
    <p:sldId xmlns:r="http://schemas.openxmlformats.org/officeDocument/2006/relationships" id="260" r:id="R1d91b33bb6364929"/>
    <p:sldId xmlns:r="http://schemas.openxmlformats.org/officeDocument/2006/relationships" id="261" r:id="R501ba1d6a9dd4663"/>
    <p:sldId xmlns:r="http://schemas.openxmlformats.org/officeDocument/2006/relationships" id="262" r:id="R63f5c8cc48ae47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a5115249ce4873" /><Relationship Type="http://schemas.openxmlformats.org/officeDocument/2006/relationships/slideMaster" Target="/ppt/slideMasters/slideMaster1.xml" Id="Rf068146405264338" /><Relationship Type="http://schemas.openxmlformats.org/officeDocument/2006/relationships/notesMaster" Target="/ppt/notesMasters/notesMaster1.xml" Id="Rbf01beb8e5b74bb2" /><Relationship Type="http://schemas.openxmlformats.org/officeDocument/2006/relationships/presProps" Target="/ppt/presProps.xml" Id="R31151dc588c2447b" /><Relationship Type="http://schemas.openxmlformats.org/officeDocument/2006/relationships/tableStyles" Target="/ppt/tableStyles.xml" Id="Rda868b10a2ad4ce3" /><Relationship Type="http://schemas.openxmlformats.org/officeDocument/2006/relationships/slide" Target="/ppt/slides/slide1.xml" Id="R8dba386edcb34b76" /><Relationship Type="http://schemas.openxmlformats.org/officeDocument/2006/relationships/slide" Target="/ppt/slides/slide2.xml" Id="Rb2a428f5d9dc4000" /><Relationship Type="http://schemas.openxmlformats.org/officeDocument/2006/relationships/slide" Target="/ppt/slides/slide3.xml" Id="Rd5905d971ddc454c" /><Relationship Type="http://schemas.openxmlformats.org/officeDocument/2006/relationships/slide" Target="/ppt/slides/slide4.xml" Id="R8620257c42e6423a" /><Relationship Type="http://schemas.openxmlformats.org/officeDocument/2006/relationships/slide" Target="/ppt/slides/slide5.xml" Id="R1d91b33bb6364929" /><Relationship Type="http://schemas.openxmlformats.org/officeDocument/2006/relationships/slide" Target="/ppt/slides/slide6.xml" Id="R501ba1d6a9dd4663" /><Relationship Type="http://schemas.openxmlformats.org/officeDocument/2006/relationships/slide" Target="/ppt/slides/slide7.xml" Id="R63f5c8cc48ae47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196b2f0e8345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3ce42a64ca4e4b" /><Relationship Type="http://schemas.openxmlformats.org/officeDocument/2006/relationships/notesMaster" Target="/ppt/notesMasters/notesMaster1.xml" Id="Rdbd6a8ee304041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d2c240f092493d" /><Relationship Type="http://schemas.openxmlformats.org/officeDocument/2006/relationships/notesMaster" Target="/ppt/notesMasters/notesMaster1.xml" Id="Rc98680ebe6b549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070b4704884ea1" /><Relationship Type="http://schemas.openxmlformats.org/officeDocument/2006/relationships/notesMaster" Target="/ppt/notesMasters/notesMaster1.xml" Id="R14e5f6557e6741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a96428f2e84ff6" /><Relationship Type="http://schemas.openxmlformats.org/officeDocument/2006/relationships/notesMaster" Target="/ppt/notesMasters/notesMaster1.xml" Id="R910af24aeb7d4c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03efcf41fc4248" /><Relationship Type="http://schemas.openxmlformats.org/officeDocument/2006/relationships/notesMaster" Target="/ppt/notesMasters/notesMaster1.xml" Id="R456a3789007a42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b21862684c4ec3" /><Relationship Type="http://schemas.openxmlformats.org/officeDocument/2006/relationships/notesMaster" Target="/ppt/notesMasters/notesMaster1.xml" Id="Rbaa15c390f5845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ff3a58749b455e" /><Relationship Type="http://schemas.openxmlformats.org/officeDocument/2006/relationships/notesMaster" Target="/ppt/notesMasters/notesMaster1.xml" Id="R9c02092541934a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[수업 시간 구성]</a:t>
            </a:r>
          </a:p>
          <a:p xmlns:a="http://schemas.openxmlformats.org/drawingml/2006/main">
            <a:r>
              <a:t>0–10분 · 전역 설치의 문제와 도구함 비유</a:t>
            </a:r>
          </a:p>
          <a:p xmlns:a="http://schemas.openxmlformats.org/drawingml/2006/main">
            <a:r>
              <a:t>10–20분 · Jupyter 확장·uv 설치</a:t>
            </a:r>
          </a:p>
          <a:p xmlns:a="http://schemas.openxmlformats.org/drawingml/2006/main">
            <a:r>
              <a:t>20–30분 · uv sync와 .venv 선택</a:t>
            </a:r>
          </a:p>
          <a:p xmlns:a="http://schemas.openxmlformats.org/drawingml/2006/main">
            <a:r>
              <a:t>30–35분 · sys.executable 확인</a:t>
            </a:r>
          </a:p>
          <a:p xmlns:a="http://schemas.openxmlformats.org/drawingml/2006/main">
            <a:r>
              <a:t>35–45분 · list와 dict 모양·역할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설치가 지연되면 list·dict 실습을 줄이고 환경 연결을 먼저 끝냅니다.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프로젝트 A와 B가 같은 라이브러리의 서로 다른 버전을 원한다면 어떻게 될지 먼저 묻습니다. 문제를 보여 준 뒤 가상환경이라는 이름을 제시합니다.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전역 Python은 공용 도구함, .venv는 프로젝트 옆의 전용 도구함입니다. 비유 뒤에는 실제 프로젝트 탐색기에서 .venv 폴더와 pyproject.toml을 보여 줍니다. 가상환경은 보안을 보장하지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학생이 기억할 행동을 프로젝트 열기, uv sync, .venv 선택으로 제한합니다. 인터프리터와 Notebook 커널이 다른 환경을 보면 설치한 라이브러리를 찾지 못할 수 있다고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두 프로젝트가 각자 다른 도구함을 쓰는 장면입니다. 체크리스트는 필요한 도구 기록을 뜻합니다. 도구함을 통째로 옮기는 것이 아니라 기록을 보고 같은 환경을 다시 준비합니다.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OpenAI image generation · original project-toolbox analogy illustration · 2026-08-29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list는 순서와 위치로, dict는 이름과 의미로 값을 찾습니다. 학생이 조작 코드를 외울 필요는 없습니다. 같은 정보를 두 모양으로 보여 주고 무엇으로 값을 찾는지만 비교합니다.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[마무리]</a:t>
            </a:r>
          </a:p>
          <a:p xmlns:a="http://schemas.openxmlformats.org/drawingml/2006/main">
            <a:r>
              <a:t>다음 차시부터 외부 라이브러리를 사용합니다. 그래프 오류가 나면 코드보다 먼저 현재 인터프리터와 커널이 같은 .venv인지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3a8bca8684f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b16da8e4a34db8" /><Relationship Type="http://schemas.openxmlformats.org/officeDocument/2006/relationships/slideLayout" Target="/ppt/slideLayouts/slideLayout1.xml" Id="Rec2b690f159d46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2b690f159d46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2d093708a4dbf" /><Relationship Type="http://schemas.openxmlformats.org/officeDocument/2006/relationships/notesSlide" Target="/ppt/notesSlides/notesSlide1.xml" Id="Rc38eb1a968ce4b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4fb0eaf3e41dc" /><Relationship Type="http://schemas.openxmlformats.org/officeDocument/2006/relationships/notesSlide" Target="/ppt/notesSlides/notesSlide2.xml" Id="R3cb6073f88ed45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51e8b244548ee" /><Relationship Type="http://schemas.openxmlformats.org/officeDocument/2006/relationships/notesSlide" Target="/ppt/notesSlides/notesSlide3.xml" Id="R1a58f61ea5ed42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89adc66a14674" /><Relationship Type="http://schemas.openxmlformats.org/officeDocument/2006/relationships/notesSlide" Target="/ppt/notesSlides/notesSlide4.xml" Id="R826796d262b74f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49d95155b4e55" /><Relationship Type="http://schemas.openxmlformats.org/officeDocument/2006/relationships/image" Target="/ppt/media/image.png" Id="R3c3ee26c3a4c4ea7" /><Relationship Type="http://schemas.openxmlformats.org/officeDocument/2006/relationships/notesSlide" Target="/ppt/notesSlides/notesSlide5.xml" Id="Rff356f53e87243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0c8a216b64c0a" /><Relationship Type="http://schemas.openxmlformats.org/officeDocument/2006/relationships/notesSlide" Target="/ppt/notesSlides/notesSlide6.xml" Id="R5f6a018f8a3846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23d20549948cc" /><Relationship Type="http://schemas.openxmlformats.org/officeDocument/2006/relationships/notesSlide" Target="/ppt/notesSlides/notesSlide7.xml" Id="R66dfd30430ca41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D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0DFF9-EC3C-4F5E-BF94-E8D0B83C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E31AD-7223-4479-8594-5DE00CCE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장대현중고등학교 · 2026학년도 2학기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75CC8-30C9-492D-9F0E-E92B91B5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33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03-2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E0391-B705-460B-B564-5014063D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프로젝트별 Python 환경과 자료구조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FEC6-DF96-4C6F-8644-9AC67434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87E46-F76C-48F5-A953-2CAA0EBE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프로젝트마다 별도 도구함을 준비하고, 여러 값을 list와 dict로 묶습니다.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87667-CD22-4E15-BC83-CF37074E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rPr>
              <a:t>수업자료 3-2</a:t>
            </a:r>
          </a:p>
        </p:txBody>
      </p:sp>
    </p:spTree>
    <p:extLst>
      <p:ext uri="{BB962C8B-B14F-4D97-AF65-F5344CB8AC3E}">
        <p14:creationId xmlns:p14="http://schemas.microsoft.com/office/powerpoint/2010/main" val="211889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6CE8A-4F6C-4413-AE7E-7EB0536F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5AB99-487D-4A39-BF64-C336382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5ACD2-B3B4-4D07-9198-C016A642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A1E21-E13B-466F-8F1E-188B143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왜 모든 라이브러리를 한곳에 설치하지 않을까요?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424B4-D138-4388-990B-86ECBA70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41F88-F8C9-4E35-B364-B2E333F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1F02F-29D9-4770-BF49-EEBDFBD8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프로젝트마다 필요한 도구와 버전이 다르면 한쪽 변경이 다른 쪽을 멈출 수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CAE29-3AC3-4D6A-AB27-489EA446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97917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34CA8-5A08-4A87-8B39-79419F48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718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Project A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이전 버전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8A8DB-4649-4FB1-B2CB-D3BB60F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C1D3A-8637-45B7-B11B-6EF8F5CE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71825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전역 설치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서로 충돌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F795E-0438-482A-9DD6-D03975B4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0268F-07AE-4D4E-8D33-63B9E942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71825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Project B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새 버전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2E1D5-2B69-4CDF-B097-FC103ACE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가상환경은 프로젝트마다 사용할 Python과 라이브러리의 자리를 나눕니다.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9A2B6-FF5A-4FCC-83B8-A46912E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3-2</a:t>
            </a:r>
          </a:p>
        </p:txBody>
      </p:sp>
    </p:spTree>
    <p:extLst>
      <p:ext uri="{BB962C8B-B14F-4D97-AF65-F5344CB8AC3E}">
        <p14:creationId xmlns:p14="http://schemas.microsoft.com/office/powerpoint/2010/main" val="1275925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프로젝트별 도구함으로 이해합니다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.venv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전용 도구함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그 프로젝트가 사용할 Python과 라이브러리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8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pyproject.toml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도구 목록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프로젝트에 필요한 항목을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uv.lock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정확한 기록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다른 컴퓨터에서도 같은 버전을 준비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가상환경은 별도 컴퓨터나 보안 공간이 아니라 프로젝트 옆의 폴더입니다.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3-2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E71833-949F-473B-AA98-6414C491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7CE97-F21C-45F4-B764-3ADA083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39F5A-0AA1-4A92-9FB0-4FC1A07F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FEBD6-82E5-489A-A4AF-97113A5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학생이 기억할 행동은 세 단계입니다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E1FD4-BC3A-4018-B2F0-6E550F77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FFF27-4FC7-4A7B-8C31-E51F4593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532B0-9B57-46EC-89A0-66E04E61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43075"/>
            <a:ext cx="6477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D87A3-D06C-466A-9406-1CCCF1E2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프로젝트 폴더 열기 → uv sync → .venv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517D5-ADCB-4B17-BAF8-12AB825E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A06EB-FCE1-4684-9552-3E42E177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198BD-3458-49A6-B7AC-D219E71C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확장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BD13C-84A7-43D3-9F76-E7A838CC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Jupyter 설치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B9C01-9C5B-4EEB-ADF2-95C09BDB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3C842-E501-4C8A-ADDD-1B813DDA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01508-E42F-4EBA-903B-6D05A9F2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F8B4C-B8B2-449F-82FB-E726B54D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uv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E7079-60D6-4B7B-B4E5-12E45E64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버전 확인·설치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C3E6B-E4CD-4BB8-8D48-8E6BF4A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5AE95-3707-4923-AC32-E4FC41B9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9B20C-0DCD-445D-A9F0-55339211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0A81C-BD9B-4E12-8336-08784EC0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동기화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1B2A4-F835-4286-B9C1-50C505C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uv sync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C7B88-AC02-4263-AE8F-3E7621DC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540F2-8C0C-462D-ABA5-68053929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E9BA3-01CB-47C1-ACB0-3CD425E3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4DDE7-77B0-42A9-8E9E-7D56C9F2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인터프리터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BC0C1A-75F8-4502-99F2-04B37E19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.venv 선택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E90E5-FE88-4EB8-B8FA-E24264BD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7A8F4-9866-4F26-B01B-9968951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5D5881-A257-4755-905F-AF933162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0E7C86"/>
                </a:solidFill>
                <a:latin typeface="Archivo"/>
                <a:ea typeface="Archivo"/>
                <a:cs typeface="Archivo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F37F3A-E964-4A0E-B61C-9D139D6E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커널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B8C2D-C2E8-4073-8D23-18C62627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같은 .venv 선택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DC38BC-E6D1-456C-B0A5-C1A08BFE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sys.executable에서 프로젝트 이름과 .venv가 보이는지 확인합니다.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65D98E-4C16-4900-978D-0E44CD7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3-2</a:t>
            </a:r>
          </a:p>
        </p:txBody>
      </p:sp>
    </p:spTree>
    <p:extLst>
      <p:ext uri="{BB962C8B-B14F-4D97-AF65-F5344CB8AC3E}">
        <p14:creationId xmlns:p14="http://schemas.microsoft.com/office/powerpoint/2010/main" val="1685485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프로젝트마다 자신의 도구함을 둡니다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05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ee26c3a4c4ea7"/>
          <a:stretch xmlns:a="http://schemas.openxmlformats.org/drawingml/2006/main"/>
        </p:blipFill>
        <p:spPr>
          <a:xfrm xmlns:a="http://schemas.openxmlformats.org/drawingml/2006/main">
            <a:off x="533400" y="1821816"/>
            <a:ext cx="6896100" cy="3881118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D2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112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Project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data · graph 도구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D2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112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Project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web · service 도구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도구를 서로 섞지 않기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3-2</a:t>
            </a:r>
          </a:p>
        </p:txBody>
      </p:sp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list와 dict는 여러 값을 다르게 묶습니다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순서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[72, 85, 90] · 위치는 0부터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dict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이름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name: 민준 · score: 85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무엇으로 찾나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순서면 list, 의미 있는 이름이면 dict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추가·삭제·복잡한 반복은 하지 않고 모양과 역할만 구분합니다.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3-2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D84A4-768F-472D-9848-F5AB664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66864-8A40-45AF-9B4C-98FC1B8A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FBD8F-39FD-442E-8878-DE6416D5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E2401-6019-4F48-A131-23C632F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환경을 먼저 확인한 뒤 자료를 실행합니다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3612F-9EF3-486E-8E80-CC954EF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BC44F-BF50-4A05-96DE-150B9C87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A9CDE-9344-4424-824E-46171BD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555-3F47-4856-A3A9-EA18FFBD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19325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라이브러리를 쓰기 전, 같은 프로젝트 환경을 선택합니다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1DF65-3627-41F2-A074-6910C173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0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프로젝트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734E0-D545-4AC4-8C0C-13AB0F51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7861F-72F7-46EB-8A6D-7A84361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uv sync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B180A-8939-46E1-AA66-C6CE2A3C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8B9CC-8A07-4804-BB79-691A20A9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.venv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319C8-991F-4849-9638-58791227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51057-987C-4730-A3B5-24BA4758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90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list·dict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1EA09-0954-4D6C-8A82-74650CD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프로젝트 열기 → 환경 준비 → 같은 환경 선택 → 값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D0CFB-923C-4C1E-9DE2-01DCC0E9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다음 차시: 같은 환경에서 Matplotlib으로 그래프를 만듭니다.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F9A22-2C31-41EA-B269-AD14C918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3-2</a:t>
            </a:r>
          </a:p>
        </p:txBody>
      </p:sp>
    </p:spTree>
    <p:extLst>
      <p:ext uri="{BB962C8B-B14F-4D97-AF65-F5344CB8AC3E}">
        <p14:creationId xmlns:p14="http://schemas.microsoft.com/office/powerpoint/2010/main" val="1879392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2026-08-29T14:38:52.4540000Z</dcterms:created>
  <dcterms:modified xsi:type="dcterms:W3CDTF">2026-08-29T14:38:52.4540000Z</dcterms:modified>
</coreProperties>
</file>