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[시간 계획 — 학생 화면에는 표시하지 않는다]
0–4분 네 번에 나눠 묻기 · 4–7분 시작 · 7–13분 요청 ① · 13–20분 요청 ② · 20–31분 요청 ③과 대안 · 31–37분 요청 ④ · 37–43분 8항과 마지막 확인 · 43–45분 정리
밀리면 요청 ②까지는 반드시 끝내고, 7항은 손으로 한 줄씩이라도 채우게 한다.
[0–1분] 표지
9-1에서 09_user_flow.md에 내 흐름 초안을 썼다. 오늘은 그 초안을 AI와 다듬어서 10~13회에 무엇을 만들지 확정한다. 오늘도 코드는 만들지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[1–4분] 네 번에 나눠 묻기
「개발 계획 써 줘」 한 번이면 AI는 그럴듯한 계획을 바로 내놓는다. 그런데 그건 내 서비스와 맞는지 아무도 확인하지 않은 계획이다.
그래서 네 번으로 나눈다. 이해 확인, 흐름 다듬기, 판정과 대안, 개발 순서. 한 번 받을 때마다 내가 확인하고 넘어간다.
6-2에서 배운 요청문의 네 부분 — 읽을 파일, 할 일, 결과를 둘 곳, 하지 말 것 — 이 오늘 요청문에 다 들어 있다. 보낼 때 한번 찾아봐라.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[4–7분] 시작
VS Code에서 09 폴더를 열고 터미널 → 새 터미널. 줄 끝이 …\09&gt; 인지 보고 opencode를 켠다.
이 폴더에는 AGENTS.md가 있어서 OpenCode가 켜질 때 「코드를 만들지 않는다」 「PRD.md는 고치지 않는다」를 먼저 읽는다.
09_user_flow.md가 비어 있는 학생은 지금 3분 안에 정상 흐름만이라도 적는다. 이게 없으면 오늘 AI가 읽을 게 없다.
[진행 메모] 9-1에 결석한 학생은 9-1 교과서 4쪽대로 09 폴더를 먼저 만든다.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[7–13분] 요청 ① 이해 확인
첫 요청은 아무것도 만들지 않는다. 읽고 설명만 하게 한다. 결과는 대화창.
AI가 내 서비스를 잘못 이해한 채로 흐름을 다듬으면, 뒤의 판정과 개발 순서가 다 어긋난다. 그래서 처음에 확인한다.
여섯 줄을 내 PRD와 한 줄씩 대 본다. 다르면 바로잡고, 다시 이해한 내용을 들은 다음 넘어간다.
[예상 질문] Q. AI가 질문을 엄청 많이 해요. A. 핵심 기능과 사용자에 관한 질문만 답하고, 나머지는 「지금은 넘어가자」라고 해도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[13–20분] 요청 ② 흐름 다듬기
이해가 맞으면 흐름을 다듬는다. 이번에는 결과를 대화창이 아니라 09_development_plan.md의 1~4항에 쓰게 한다.
내가 9-1에서 쓴 단계 순서는 바꾸지 말고 빈칸과 빠진 반응만 채우라고 범위를 정해 준다.
AI는 단계를 늘리거나 「로그인한다」 같은 단계를 슬쩍 넣는 쪽으로 흐르기 쉽다. 바꾼 곳을 꼭 한 줄씩 읽는다.
교과서 6쪽의 다섯 질문 — 갑자기 나오는 행동이 없는가, 행동마다 반응이 있는가, 목적이 이뤄지는가, 기록이 언제 저장되고 언제 다시 보이는가, 예외가 돌아가는 방법으로 끝나는가 — 에 모두 「예」면 다음.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[20–27분] 요청 ③ 판정
흐름이 확정됐으면 기능마다 00_course_rules.md의 네 가지 판정을 받는다.
이번 요청문에는 빈칸이 하나 있다. 9-1에서 09_user_flow.md 4항에 적은 걸리는 기능 이름을 넣는다. 없으면 「없음」.
외부 AI, 로그인, 외부 DB, 실시간이 필요하면 쓴다고 가정하지 말고 대안을 내라고 요청문에 적혀 있다.
「교사 확인 필요」는 「된다」가 아니다. 손을 들면 내가 간다. 수업 안에 확인 못 받으면 대안으로 바꾸거나 뺀다.
[진행 메모] 미리 1차 분류한 학생 목록을 들고 돈다(12 수행평가/수행평가2/9회 전 PRD 1차 분류.md).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[27–31분] 대안 고르기
AI가 대안을 두 개 냈다면 하나를 고르거나 둘 다 거절하는 건 내 일이다.
기준은 하나다. (주황 테두리를 가리키며) 사용자가 그 기능으로 얻으려던 결과가 대안에서도 남는가.
고른 결과는 AI에게 시키지 않고 6항에 내가 직접 쓴다.
대안을 넣었더니 처음 만들려던 것과 완전히 다른 서비스가 되면 억지로 바꾸지 않는다. 손을 들어 핵심 기능을 다시 정한다. 핵심 기능을 줄이는 건 실패가 아니라 범위를 정하는 일이다.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[31–37분] 요청 ④ 개발 순서
이제야 개발 순서를 쓴다. 10~13회는 회마다 할 일이 정해져 있다. 10회는 버튼을 누르면 요청이 가고 응답이 화면에 오게. 11회는 기록을 저장하고 다시 불러오기. 12회는 흐름대로 시험. 13회는 고쳐서 제출.
AI에게 이 틀 안에서 내 흐름을 나누게 한다. 결과는 계획 7항.
마지막 칸 「아직 만들지 않을 것」이 비어 있으면 AI는 10회에 이것저것 같이 만들려고 한다. 회차마다 한 줄이라도 있는지 본다.
파일 구조, 코드, 패키지, 표 설계는 쓰지 말라고 요청문에 있다. 그건 10회부터 표준 프로젝트가 정한다.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[37–40분] 8항
오늘 AI는 흐름을 다듬고, 판정하고, 대안과 개발 순서를 냈다. 그중 내가 바꾸거나 거절한 게 이 계획에서 가장 중요한 줄이다.
8항은 AI에게 맡기지 않고 직접 쓴다. 8회 수행평가 7항과 같은 생각이다.
다 썼으면 Ctrl+S, 미리 보기로 1~8항이 모두 찼는지 보고, AI대화기록.md에 오늘 요청 네 개가 있는지 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[40–43분] 마지막 확인
AI가 많이 썼어도 10회부터 이 계획을 따라가는 사람은 나다. 문서를 보지 않고 다섯 질문에 답해 본다. 짝과 서로 물어도 좋다.
말이 막히는 줄은 AI 문장을 그대로 둔 곳이다. 지금 내 말로 고친다.
마지막으로 Ctrl+F로 「AI」 「로그인」을 찾아서, 계획에 「AI가 분석한다」 「로그인한다」가 몰래 남아 있지 않은지 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[43–44분] 막힐 때
교과서 13쪽 표에서 내 상황과 같은 줄을 찾는다.
시간이 모자라면 요청 ②까지는 꼭 끝내고, 7항은 손으로 한 줄씩이라도 채운다.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[44–45분] 마무리
남길 것: 한 번에 시키지 않고 이해 → 흐름 → 판정 → 순서로 나눠 묻고 단계마다 확인한다. 요청문에는 읽을 파일 · 할 일 · 결과를 둘 곳 · 하지 말 것. 어려운 기능은 사용자가 얻으려던 결과를 지키는 대안으로, 고르는 건 내가. 개발 순서는 흐름과 범위가 정해진 뒤에.
09_development_plan.md는 10회에 표준 프로젝트의 docs 폴더로 그대로 가져간다. 09 폴더는 지우거나 옮기지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D21"/>
        </a:solidFill>
      </p:bgPr>
    </p:bg>
    <p:spTree>
      <p:nvGrpSpPr>
        <p:cNvPr id="1" name=""/>
        <p:cNvGrpSpPr/>
        <p:nvPr/>
      </p:nvGrpSpPr>
      <p:grpSpPr>
        <a:xfrm>
          <a:off x="0" y="0"/>
          <a:ext cx="0" cy="0"/>
          <a:chOff x="0" y="0"/>
          <a:chExt cx="0" cy="0"/>
        </a:xfrm>
      </p:grpSpPr>
      <p:sp>
        <p:nvSpPr>
          <p:cNvPr id="2" name="Shape 0"/>
          <p:cNvSpPr/>
          <p:nvPr/>
        </p:nvSpPr>
        <p:spPr>
          <a:xfrm>
            <a:off x="0" y="0"/>
            <a:ext cx="209398" cy="6858000"/>
          </a:xfrm>
          <a:prstGeom prst="rect">
            <a:avLst/>
          </a:prstGeom>
          <a:solidFill>
            <a:srgbClr val="FF5C00"/>
          </a:solidFill>
          <a:ln/>
        </p:spPr>
      </p:sp>
      <p:sp>
        <p:nvSpPr>
          <p:cNvPr id="3" name="Text 1"/>
          <p:cNvSpPr/>
          <p:nvPr/>
        </p:nvSpPr>
        <p:spPr>
          <a:xfrm>
            <a:off x="530352" y="1417320"/>
            <a:ext cx="9144000" cy="274320"/>
          </a:xfrm>
          <a:prstGeom prst="rect">
            <a:avLst/>
          </a:prstGeom>
          <a:noFill/>
          <a:ln/>
        </p:spPr>
        <p:txBody>
          <a:bodyPr wrap="square" lIns="0" tIns="0" rIns="0" bIns="0" rtlCol="0" anchor="ctr"/>
          <a:lstStyle/>
          <a:p>
            <a:pPr indent="0" marL="0">
              <a:buNone/>
            </a:pPr>
            <a:r>
              <a:rPr lang="en-US" sz="1200" b="1" spc="100" kern="0" dirty="0">
                <a:solidFill>
                  <a:srgbClr val="6C7078"/>
                </a:solidFill>
                <a:latin typeface="IBM Plex Sans KR" pitchFamily="34" charset="0"/>
                <a:ea typeface="IBM Plex Sans KR" pitchFamily="34" charset="-122"/>
                <a:cs typeface="IBM Plex Sans KR" pitchFamily="34" charset="-120"/>
              </a:rPr>
              <a:t>9회 · 둘째 차시</a:t>
            </a:r>
            <a:endParaRPr lang="en-US" sz="1200" dirty="0"/>
          </a:p>
        </p:txBody>
      </p:sp>
      <p:sp>
        <p:nvSpPr>
          <p:cNvPr id="4" name="Text 2"/>
          <p:cNvSpPr/>
          <p:nvPr/>
        </p:nvSpPr>
        <p:spPr>
          <a:xfrm>
            <a:off x="530352" y="1828800"/>
            <a:ext cx="10424160" cy="1783080"/>
          </a:xfrm>
          <a:prstGeom prst="rect">
            <a:avLst/>
          </a:prstGeom>
          <a:noFill/>
          <a:ln/>
        </p:spPr>
        <p:txBody>
          <a:bodyPr wrap="square" lIns="0" tIns="0" rIns="0" bIns="0" rtlCol="0" anchor="ctr"/>
          <a:lstStyle/>
          <a:p>
            <a:pPr indent="0" marL="0">
              <a:buNone/>
            </a:pPr>
            <a:r>
              <a:rPr lang="en-US" sz="3800" b="1" dirty="0">
                <a:solidFill>
                  <a:srgbClr val="FFFFFF"/>
                </a:solidFill>
                <a:latin typeface="IBM Plex Sans KR" pitchFamily="34" charset="0"/>
                <a:ea typeface="IBM Plex Sans KR" pitchFamily="34" charset="-122"/>
                <a:cs typeface="IBM Plex Sans KR" pitchFamily="34" charset="-120"/>
              </a:rPr>
              <a:t>AI와 사용자 흐름·</a:t>
            </a:r>
            <a:endParaRPr lang="en-US" sz="3800" dirty="0"/>
          </a:p>
          <a:p>
            <a:pPr indent="0" marL="0">
              <a:buNone/>
            </a:pPr>
            <a:r>
              <a:rPr lang="en-US" sz="3800" b="1" dirty="0">
                <a:solidFill>
                  <a:srgbClr val="FFFFFF"/>
                </a:solidFill>
                <a:latin typeface="IBM Plex Sans KR" pitchFamily="34" charset="0"/>
                <a:ea typeface="IBM Plex Sans KR" pitchFamily="34" charset="-122"/>
                <a:cs typeface="IBM Plex Sans KR" pitchFamily="34" charset="-120"/>
              </a:rPr>
              <a:t>개발 계획 확정하기</a:t>
            </a:r>
            <a:endParaRPr lang="en-US" sz="3800" dirty="0"/>
          </a:p>
        </p:txBody>
      </p:sp>
      <p:sp>
        <p:nvSpPr>
          <p:cNvPr id="5" name="Text 3"/>
          <p:cNvSpPr/>
          <p:nvPr/>
        </p:nvSpPr>
        <p:spPr>
          <a:xfrm>
            <a:off x="530352" y="3657600"/>
            <a:ext cx="9966960" cy="1737360"/>
          </a:xfrm>
          <a:prstGeom prst="rect">
            <a:avLst/>
          </a:prstGeom>
          <a:noFill/>
          <a:ln/>
        </p:spPr>
        <p:txBody>
          <a:bodyPr wrap="square" lIns="0" tIns="0" rIns="0" bIns="0" rtlCol="0" anchor="ctr"/>
          <a:lstStyle/>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세 파일을 읽히고, 네 번에 나눠 묻고,</a:t>
            </a:r>
            <a:endParaRPr lang="en-US" sz="1900" dirty="0"/>
          </a:p>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단계마다 내가 확인합니다.</a:t>
            </a:r>
            <a:endParaRPr lang="en-US" sz="1900" dirty="0"/>
          </a:p>
        </p:txBody>
      </p:sp>
      <p:sp>
        <p:nvSpPr>
          <p:cNvPr id="6" name="Text 4"/>
          <p:cNvSpPr/>
          <p:nvPr/>
        </p:nvSpPr>
        <p:spPr>
          <a:xfrm>
            <a:off x="530352" y="6327648"/>
            <a:ext cx="73152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9-2 · 1쪽</a:t>
            </a:r>
            <a:endParaRPr lang="en-US" sz="900" dirty="0"/>
          </a:p>
        </p:txBody>
      </p:sp>
      <p:sp>
        <p:nvSpPr>
          <p:cNvPr id="7" name="Text 5"/>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9-2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한 번에 시키지 않고 네 번에 나눠 묻는다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9-2 · 2쪽</a:t>
            </a:r>
            <a:endParaRPr lang="en-US" sz="900" dirty="0"/>
          </a:p>
        </p:txBody>
      </p:sp>
      <p:sp>
        <p:nvSpPr>
          <p:cNvPr id="8" name="Text 6"/>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02</a:t>
            </a:r>
            <a:endParaRPr lang="en-US" sz="900" dirty="0"/>
          </a:p>
        </p:txBody>
      </p:sp>
      <p:sp>
        <p:nvSpPr>
          <p:cNvPr id="9" name="Shape 7"/>
          <p:cNvSpPr/>
          <p:nvPr/>
        </p:nvSpPr>
        <p:spPr>
          <a:xfrm>
            <a:off x="530352" y="1783080"/>
            <a:ext cx="2562606" cy="2103120"/>
          </a:xfrm>
          <a:prstGeom prst="roundRect">
            <a:avLst>
              <a:gd name="adj" fmla="val 2391"/>
            </a:avLst>
          </a:prstGeom>
          <a:solidFill>
            <a:srgbClr val="F1F2F4"/>
          </a:solidFill>
          <a:ln w="12700">
            <a:solidFill>
              <a:srgbClr val="E0E3E7"/>
            </a:solidFill>
            <a:prstDash val="solid"/>
          </a:ln>
        </p:spPr>
      </p:sp>
      <p:sp>
        <p:nvSpPr>
          <p:cNvPr id="10" name="Text 8"/>
          <p:cNvSpPr/>
          <p:nvPr/>
        </p:nvSpPr>
        <p:spPr>
          <a:xfrm>
            <a:off x="713232" y="194767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1</a:t>
            </a:r>
            <a:endParaRPr lang="en-US" sz="1800" dirty="0"/>
          </a:p>
        </p:txBody>
      </p:sp>
      <p:sp>
        <p:nvSpPr>
          <p:cNvPr id="11" name="Text 9"/>
          <p:cNvSpPr/>
          <p:nvPr/>
        </p:nvSpPr>
        <p:spPr>
          <a:xfrm>
            <a:off x="713232"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이해 확인</a:t>
            </a:r>
            <a:endParaRPr lang="en-US" sz="1650" dirty="0"/>
          </a:p>
        </p:txBody>
      </p:sp>
      <p:sp>
        <p:nvSpPr>
          <p:cNvPr id="12" name="Text 10"/>
          <p:cNvSpPr/>
          <p:nvPr/>
        </p:nvSpPr>
        <p:spPr>
          <a:xfrm>
            <a:off x="713232" y="2862072"/>
            <a:ext cx="2196846" cy="877824"/>
          </a:xfrm>
          <a:prstGeom prst="rect">
            <a:avLst/>
          </a:prstGeom>
          <a:noFill/>
          <a:ln/>
        </p:spPr>
        <p:txBody>
          <a:bodyPr wrap="square" lIns="0" tIns="0" rIns="0" bIns="0" rtlCol="0" anchor="t"/>
          <a:lstStyle/>
          <a:p>
            <a:pPr indent="0" marL="0">
              <a:lnSpc>
                <a:spcPts val="1900"/>
              </a:lnSpc>
              <a:buNone/>
            </a:pPr>
            <a:r>
              <a:rPr lang="en-US" sz="1400" dirty="0">
                <a:solidFill>
                  <a:srgbClr val="6C7078"/>
                </a:solidFill>
                <a:latin typeface="IBM Plex Sans KR" pitchFamily="34" charset="0"/>
                <a:ea typeface="IBM Plex Sans KR" pitchFamily="34" charset="-122"/>
                <a:cs typeface="IBM Plex Sans KR" pitchFamily="34" charset="-120"/>
              </a:rPr>
              <a:t>읽고 설명만</a:t>
            </a:r>
            <a:endParaRPr lang="en-US" sz="1400" dirty="0"/>
          </a:p>
          <a:p>
            <a:pPr indent="0" marL="0">
              <a:lnSpc>
                <a:spcPts val="1900"/>
              </a:lnSpc>
              <a:buNone/>
            </a:pPr>
            <a:r>
              <a:rPr lang="en-US" sz="1400" dirty="0">
                <a:solidFill>
                  <a:srgbClr val="6C7078"/>
                </a:solidFill>
                <a:latin typeface="IBM Plex Sans KR" pitchFamily="34" charset="0"/>
                <a:ea typeface="IBM Plex Sans KR" pitchFamily="34" charset="-122"/>
                <a:cs typeface="IBM Plex Sans KR" pitchFamily="34" charset="-120"/>
              </a:rPr>
              <a:t>→ 대화창</a:t>
            </a:r>
            <a:endParaRPr lang="en-US" sz="1400" dirty="0"/>
          </a:p>
        </p:txBody>
      </p:sp>
      <p:sp>
        <p:nvSpPr>
          <p:cNvPr id="13" name="Text 11"/>
          <p:cNvSpPr/>
          <p:nvPr/>
        </p:nvSpPr>
        <p:spPr>
          <a:xfrm>
            <a:off x="3065526"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4" name="Shape 12"/>
          <p:cNvSpPr/>
          <p:nvPr/>
        </p:nvSpPr>
        <p:spPr>
          <a:xfrm>
            <a:off x="3385566" y="1783080"/>
            <a:ext cx="2562606" cy="2103120"/>
          </a:xfrm>
          <a:prstGeom prst="roundRect">
            <a:avLst>
              <a:gd name="adj" fmla="val 2391"/>
            </a:avLst>
          </a:prstGeom>
          <a:solidFill>
            <a:srgbClr val="F1F2F4"/>
          </a:solidFill>
          <a:ln w="12700">
            <a:solidFill>
              <a:srgbClr val="E0E3E7"/>
            </a:solidFill>
            <a:prstDash val="solid"/>
          </a:ln>
        </p:spPr>
      </p:sp>
      <p:sp>
        <p:nvSpPr>
          <p:cNvPr id="15" name="Text 13"/>
          <p:cNvSpPr/>
          <p:nvPr/>
        </p:nvSpPr>
        <p:spPr>
          <a:xfrm>
            <a:off x="3568446" y="194767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2</a:t>
            </a:r>
            <a:endParaRPr lang="en-US" sz="1800" dirty="0"/>
          </a:p>
        </p:txBody>
      </p:sp>
      <p:sp>
        <p:nvSpPr>
          <p:cNvPr id="16" name="Text 14"/>
          <p:cNvSpPr/>
          <p:nvPr/>
        </p:nvSpPr>
        <p:spPr>
          <a:xfrm>
            <a:off x="3568446"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흐름 다듬기</a:t>
            </a:r>
            <a:endParaRPr lang="en-US" sz="1650" dirty="0"/>
          </a:p>
        </p:txBody>
      </p:sp>
      <p:sp>
        <p:nvSpPr>
          <p:cNvPr id="17" name="Text 15"/>
          <p:cNvSpPr/>
          <p:nvPr/>
        </p:nvSpPr>
        <p:spPr>
          <a:xfrm>
            <a:off x="3568446" y="2862072"/>
            <a:ext cx="2196846" cy="877824"/>
          </a:xfrm>
          <a:prstGeom prst="rect">
            <a:avLst/>
          </a:prstGeom>
          <a:noFill/>
          <a:ln/>
        </p:spPr>
        <p:txBody>
          <a:bodyPr wrap="square" lIns="0" tIns="0" rIns="0" bIns="0" rtlCol="0" anchor="t"/>
          <a:lstStyle/>
          <a:p>
            <a:pPr indent="0" marL="0">
              <a:lnSpc>
                <a:spcPts val="1900"/>
              </a:lnSpc>
              <a:buNone/>
            </a:pPr>
            <a:r>
              <a:rPr lang="en-US" sz="1400" dirty="0">
                <a:solidFill>
                  <a:srgbClr val="6C7078"/>
                </a:solidFill>
                <a:latin typeface="IBM Plex Sans KR" pitchFamily="34" charset="0"/>
                <a:ea typeface="IBM Plex Sans KR" pitchFamily="34" charset="-122"/>
                <a:cs typeface="IBM Plex Sans KR" pitchFamily="34" charset="-120"/>
              </a:rPr>
              <a:t>계획 1~4항</a:t>
            </a:r>
            <a:endParaRPr lang="en-US" sz="1400" dirty="0"/>
          </a:p>
        </p:txBody>
      </p:sp>
      <p:sp>
        <p:nvSpPr>
          <p:cNvPr id="18" name="Text 16"/>
          <p:cNvSpPr/>
          <p:nvPr/>
        </p:nvSpPr>
        <p:spPr>
          <a:xfrm>
            <a:off x="5920740"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9" name="Shape 17"/>
          <p:cNvSpPr/>
          <p:nvPr/>
        </p:nvSpPr>
        <p:spPr>
          <a:xfrm>
            <a:off x="6240780" y="1783080"/>
            <a:ext cx="2562606" cy="2103120"/>
          </a:xfrm>
          <a:prstGeom prst="roundRect">
            <a:avLst>
              <a:gd name="adj" fmla="val 2391"/>
            </a:avLst>
          </a:prstGeom>
          <a:solidFill>
            <a:srgbClr val="F1F2F4"/>
          </a:solidFill>
          <a:ln w="12700">
            <a:solidFill>
              <a:srgbClr val="E0E3E7"/>
            </a:solidFill>
            <a:prstDash val="solid"/>
          </a:ln>
        </p:spPr>
      </p:sp>
      <p:sp>
        <p:nvSpPr>
          <p:cNvPr id="20" name="Text 18"/>
          <p:cNvSpPr/>
          <p:nvPr/>
        </p:nvSpPr>
        <p:spPr>
          <a:xfrm>
            <a:off x="6423660" y="194767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3</a:t>
            </a:r>
            <a:endParaRPr lang="en-US" sz="1800" dirty="0"/>
          </a:p>
        </p:txBody>
      </p:sp>
      <p:sp>
        <p:nvSpPr>
          <p:cNvPr id="21" name="Text 19"/>
          <p:cNvSpPr/>
          <p:nvPr/>
        </p:nvSpPr>
        <p:spPr>
          <a:xfrm>
            <a:off x="6423660"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판정과 대안</a:t>
            </a:r>
            <a:endParaRPr lang="en-US" sz="1650" dirty="0"/>
          </a:p>
        </p:txBody>
      </p:sp>
      <p:sp>
        <p:nvSpPr>
          <p:cNvPr id="22" name="Text 20"/>
          <p:cNvSpPr/>
          <p:nvPr/>
        </p:nvSpPr>
        <p:spPr>
          <a:xfrm>
            <a:off x="6423660" y="2862072"/>
            <a:ext cx="2196846" cy="877824"/>
          </a:xfrm>
          <a:prstGeom prst="rect">
            <a:avLst/>
          </a:prstGeom>
          <a:noFill/>
          <a:ln/>
        </p:spPr>
        <p:txBody>
          <a:bodyPr wrap="square" lIns="0" tIns="0" rIns="0" bIns="0" rtlCol="0" anchor="t"/>
          <a:lstStyle/>
          <a:p>
            <a:pPr indent="0" marL="0">
              <a:lnSpc>
                <a:spcPts val="1900"/>
              </a:lnSpc>
              <a:buNone/>
            </a:pPr>
            <a:r>
              <a:rPr lang="en-US" sz="1400" dirty="0">
                <a:solidFill>
                  <a:srgbClr val="6C7078"/>
                </a:solidFill>
                <a:latin typeface="IBM Plex Sans KR" pitchFamily="34" charset="0"/>
                <a:ea typeface="IBM Plex Sans KR" pitchFamily="34" charset="-122"/>
                <a:cs typeface="IBM Plex Sans KR" pitchFamily="34" charset="-120"/>
              </a:rPr>
              <a:t>계획 5항</a:t>
            </a:r>
            <a:endParaRPr lang="en-US" sz="1400" dirty="0"/>
          </a:p>
          <a:p>
            <a:pPr indent="0" marL="0">
              <a:lnSpc>
                <a:spcPts val="1900"/>
              </a:lnSpc>
              <a:buNone/>
            </a:pPr>
            <a:r>
              <a:rPr lang="en-US" sz="1400" dirty="0">
                <a:solidFill>
                  <a:srgbClr val="6C7078"/>
                </a:solidFill>
                <a:latin typeface="IBM Plex Sans KR" pitchFamily="34" charset="0"/>
                <a:ea typeface="IBM Plex Sans KR" pitchFamily="34" charset="-122"/>
                <a:cs typeface="IBM Plex Sans KR" pitchFamily="34" charset="-120"/>
              </a:rPr>
              <a:t>6항은 내가</a:t>
            </a:r>
            <a:endParaRPr lang="en-US" sz="1400" dirty="0"/>
          </a:p>
        </p:txBody>
      </p:sp>
      <p:sp>
        <p:nvSpPr>
          <p:cNvPr id="23" name="Text 21"/>
          <p:cNvSpPr/>
          <p:nvPr/>
        </p:nvSpPr>
        <p:spPr>
          <a:xfrm>
            <a:off x="8775954"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4" name="Shape 22"/>
          <p:cNvSpPr/>
          <p:nvPr/>
        </p:nvSpPr>
        <p:spPr>
          <a:xfrm>
            <a:off x="9095994" y="1783080"/>
            <a:ext cx="2562606" cy="2103120"/>
          </a:xfrm>
          <a:prstGeom prst="roundRect">
            <a:avLst>
              <a:gd name="adj" fmla="val 2391"/>
            </a:avLst>
          </a:prstGeom>
          <a:solidFill>
            <a:srgbClr val="E7F2ED"/>
          </a:solidFill>
          <a:ln w="12700">
            <a:solidFill>
              <a:srgbClr val="0E7C86"/>
            </a:solidFill>
            <a:prstDash val="solid"/>
          </a:ln>
        </p:spPr>
      </p:sp>
      <p:sp>
        <p:nvSpPr>
          <p:cNvPr id="25" name="Text 23"/>
          <p:cNvSpPr/>
          <p:nvPr/>
        </p:nvSpPr>
        <p:spPr>
          <a:xfrm>
            <a:off x="9278874" y="1947672"/>
            <a:ext cx="2196846" cy="329184"/>
          </a:xfrm>
          <a:prstGeom prst="rect">
            <a:avLst/>
          </a:prstGeom>
          <a:noFill/>
          <a:ln/>
        </p:spPr>
        <p:txBody>
          <a:bodyPr wrap="square" lIns="0" tIns="0" rIns="0" bIns="0" rtlCol="0" anchor="ctr"/>
          <a:lstStyle/>
          <a:p>
            <a:pPr indent="0" marL="0">
              <a:buNone/>
            </a:pPr>
            <a:r>
              <a:rPr lang="en-US" sz="1800" b="1" dirty="0">
                <a:solidFill>
                  <a:srgbClr val="0E7C86"/>
                </a:solidFill>
                <a:latin typeface="IBM Plex Mono" pitchFamily="34" charset="0"/>
                <a:ea typeface="IBM Plex Mono" pitchFamily="34" charset="-122"/>
                <a:cs typeface="IBM Plex Mono" pitchFamily="34" charset="-120"/>
              </a:rPr>
              <a:t>4</a:t>
            </a:r>
            <a:endParaRPr lang="en-US" sz="1800" dirty="0"/>
          </a:p>
        </p:txBody>
      </p:sp>
      <p:sp>
        <p:nvSpPr>
          <p:cNvPr id="26" name="Text 24"/>
          <p:cNvSpPr/>
          <p:nvPr/>
        </p:nvSpPr>
        <p:spPr>
          <a:xfrm>
            <a:off x="9278874"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개발 순서</a:t>
            </a:r>
            <a:endParaRPr lang="en-US" sz="1650" dirty="0"/>
          </a:p>
        </p:txBody>
      </p:sp>
      <p:sp>
        <p:nvSpPr>
          <p:cNvPr id="27" name="Text 25"/>
          <p:cNvSpPr/>
          <p:nvPr/>
        </p:nvSpPr>
        <p:spPr>
          <a:xfrm>
            <a:off x="9278874" y="2862072"/>
            <a:ext cx="2196846" cy="877824"/>
          </a:xfrm>
          <a:prstGeom prst="rect">
            <a:avLst/>
          </a:prstGeom>
          <a:noFill/>
          <a:ln/>
        </p:spPr>
        <p:txBody>
          <a:bodyPr wrap="square" lIns="0" tIns="0" rIns="0" bIns="0" rtlCol="0" anchor="t"/>
          <a:lstStyle/>
          <a:p>
            <a:pPr indent="0" marL="0">
              <a:lnSpc>
                <a:spcPts val="1900"/>
              </a:lnSpc>
              <a:buNone/>
            </a:pPr>
            <a:r>
              <a:rPr lang="en-US" sz="1400" dirty="0">
                <a:solidFill>
                  <a:srgbClr val="34373D"/>
                </a:solidFill>
                <a:latin typeface="IBM Plex Sans KR" pitchFamily="34" charset="0"/>
                <a:ea typeface="IBM Plex Sans KR" pitchFamily="34" charset="-122"/>
                <a:cs typeface="IBM Plex Sans KR" pitchFamily="34" charset="-120"/>
              </a:rPr>
              <a:t>계획 7항</a:t>
            </a:r>
            <a:endParaRPr lang="en-US" sz="1400" dirty="0"/>
          </a:p>
          <a:p>
            <a:pPr indent="0" marL="0">
              <a:lnSpc>
                <a:spcPts val="1900"/>
              </a:lnSpc>
              <a:buNone/>
            </a:pPr>
            <a:r>
              <a:rPr lang="en-US" sz="1400" dirty="0">
                <a:solidFill>
                  <a:srgbClr val="34373D"/>
                </a:solidFill>
                <a:latin typeface="IBM Plex Sans KR" pitchFamily="34" charset="0"/>
                <a:ea typeface="IBM Plex Sans KR" pitchFamily="34" charset="-122"/>
                <a:cs typeface="IBM Plex Sans KR" pitchFamily="34" charset="-120"/>
              </a:rPr>
              <a:t>8항은 내가</a:t>
            </a:r>
            <a:endParaRPr lang="en-US" sz="1400" dirty="0"/>
          </a:p>
        </p:txBody>
      </p:sp>
      <p:sp>
        <p:nvSpPr>
          <p:cNvPr id="28" name="Shape 26"/>
          <p:cNvSpPr/>
          <p:nvPr/>
        </p:nvSpPr>
        <p:spPr>
          <a:xfrm>
            <a:off x="530352" y="4160520"/>
            <a:ext cx="11128248" cy="512064"/>
          </a:xfrm>
          <a:prstGeom prst="roundRect">
            <a:avLst>
              <a:gd name="adj" fmla="val 39286"/>
            </a:avLst>
          </a:prstGeom>
          <a:solidFill>
            <a:srgbClr val="EAF5FB"/>
          </a:solidFill>
          <a:ln w="12700">
            <a:solidFill>
              <a:srgbClr val="3D8DFF"/>
            </a:solidFill>
            <a:prstDash val="solid"/>
          </a:ln>
        </p:spPr>
      </p:sp>
      <p:sp>
        <p:nvSpPr>
          <p:cNvPr id="29" name="Text 27"/>
          <p:cNvSpPr/>
          <p:nvPr/>
        </p:nvSpPr>
        <p:spPr>
          <a:xfrm>
            <a:off x="731520" y="4160520"/>
            <a:ext cx="10725912" cy="512064"/>
          </a:xfrm>
          <a:prstGeom prst="rect">
            <a:avLst/>
          </a:prstGeom>
          <a:noFill/>
          <a:ln/>
        </p:spPr>
        <p:txBody>
          <a:bodyPr wrap="square" lIns="0" tIns="0" rIns="0" bIns="0" rtlCol="0" anchor="ctr"/>
          <a:lstStyle/>
          <a:p>
            <a:pPr algn="ctr" indent="0" marL="0">
              <a:buNone/>
            </a:pPr>
            <a:r>
              <a:rPr lang="en-US" sz="1600" b="1" dirty="0">
                <a:solidFill>
                  <a:srgbClr val="34373D"/>
                </a:solidFill>
                <a:latin typeface="IBM Plex Sans KR" pitchFamily="34" charset="0"/>
                <a:ea typeface="IBM Plex Sans KR" pitchFamily="34" charset="-122"/>
                <a:cs typeface="IBM Plex Sans KR" pitchFamily="34" charset="-120"/>
              </a:rPr>
              <a:t>요청마다 · 읽을 파일 · 할 일 · 결과를 둘 곳 · 하지 말 것</a:t>
            </a:r>
            <a:endParaRPr lang="en-US" sz="1600" dirty="0"/>
          </a:p>
        </p:txBody>
      </p:sp>
      <p:sp>
        <p:nvSpPr>
          <p:cNvPr id="30" name="Shape 28"/>
          <p:cNvSpPr/>
          <p:nvPr/>
        </p:nvSpPr>
        <p:spPr>
          <a:xfrm>
            <a:off x="530352" y="4846320"/>
            <a:ext cx="11128248" cy="512064"/>
          </a:xfrm>
          <a:prstGeom prst="roundRect">
            <a:avLst>
              <a:gd name="adj" fmla="val 39286"/>
            </a:avLst>
          </a:prstGeom>
          <a:solidFill>
            <a:srgbClr val="FF5C00"/>
          </a:solidFill>
          <a:ln w="12700">
            <a:solidFill>
              <a:srgbClr val="FF5C00"/>
            </a:solidFill>
            <a:prstDash val="solid"/>
          </a:ln>
        </p:spPr>
      </p:sp>
      <p:sp>
        <p:nvSpPr>
          <p:cNvPr id="31" name="Text 29"/>
          <p:cNvSpPr/>
          <p:nvPr/>
        </p:nvSpPr>
        <p:spPr>
          <a:xfrm>
            <a:off x="731520" y="484632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결과가 나올 때마다 내가 확인하고 다음 요청으로</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9-2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09 폴더에서 OpenCode를 켠다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01</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9-2 · 3쪽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03</a:t>
            </a:r>
            <a:endParaRPr lang="en-US" sz="900" dirty="0"/>
          </a:p>
        </p:txBody>
      </p:sp>
      <p:sp>
        <p:nvSpPr>
          <p:cNvPr id="10" name="Shape 8"/>
          <p:cNvSpPr/>
          <p:nvPr/>
        </p:nvSpPr>
        <p:spPr>
          <a:xfrm>
            <a:off x="530352" y="1783080"/>
            <a:ext cx="11128248" cy="868680"/>
          </a:xfrm>
          <a:prstGeom prst="roundRect">
            <a:avLst>
              <a:gd name="adj" fmla="val 5263"/>
            </a:avLst>
          </a:prstGeom>
          <a:solidFill>
            <a:srgbClr val="24272C"/>
          </a:solidFill>
          <a:ln/>
        </p:spPr>
      </p:sp>
      <p:sp>
        <p:nvSpPr>
          <p:cNvPr id="11" name="Text 9"/>
          <p:cNvSpPr/>
          <p:nvPr/>
        </p:nvSpPr>
        <p:spPr>
          <a:xfrm>
            <a:off x="768096" y="1911096"/>
            <a:ext cx="10652760"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터미널 → 새 터미널 · 줄 끝이 …\09&gt; 인지 보고</a:t>
            </a:r>
            <a:endParaRPr lang="en-US" sz="950" dirty="0"/>
          </a:p>
        </p:txBody>
      </p:sp>
      <p:sp>
        <p:nvSpPr>
          <p:cNvPr id="12" name="Text 10"/>
          <p:cNvSpPr/>
          <p:nvPr/>
        </p:nvSpPr>
        <p:spPr>
          <a:xfrm>
            <a:off x="768096" y="2185416"/>
            <a:ext cx="10652760" cy="320040"/>
          </a:xfrm>
          <a:prstGeom prst="rect">
            <a:avLst/>
          </a:prstGeom>
          <a:noFill/>
          <a:ln/>
        </p:spPr>
        <p:txBody>
          <a:bodyPr wrap="square" lIns="0" tIns="0" rIns="0" bIns="0" rtlCol="0" anchor="t"/>
          <a:lstStyle/>
          <a:p>
            <a:pPr indent="0" marL="0">
              <a:lnSpc>
                <a:spcPts val="3060"/>
              </a:lnSpc>
              <a:buNone/>
            </a:pPr>
            <a:r>
              <a:rPr lang="en-US" sz="1800" b="1" dirty="0">
                <a:solidFill>
                  <a:srgbClr val="E8EAED"/>
                </a:solidFill>
                <a:latin typeface="IBM Plex Mono" pitchFamily="34" charset="0"/>
                <a:ea typeface="IBM Plex Mono" pitchFamily="34" charset="-122"/>
                <a:cs typeface="IBM Plex Mono" pitchFamily="34" charset="-120"/>
              </a:rPr>
              <a:t>opencode</a:t>
            </a:r>
            <a:endParaRPr lang="en-US" sz="1800" dirty="0"/>
          </a:p>
        </p:txBody>
      </p:sp>
      <p:sp>
        <p:nvSpPr>
          <p:cNvPr id="13" name="Shape 11"/>
          <p:cNvSpPr/>
          <p:nvPr/>
        </p:nvSpPr>
        <p:spPr>
          <a:xfrm>
            <a:off x="530352" y="2880360"/>
            <a:ext cx="11128248" cy="2148840"/>
          </a:xfrm>
          <a:prstGeom prst="roundRect">
            <a:avLst>
              <a:gd name="adj" fmla="val 2340"/>
            </a:avLst>
          </a:prstGeom>
          <a:solidFill>
            <a:srgbClr val="F1F2F4"/>
          </a:solidFill>
          <a:ln w="12700">
            <a:solidFill>
              <a:srgbClr val="E0E3E7"/>
            </a:solidFill>
            <a:prstDash val="solid"/>
          </a:ln>
        </p:spPr>
      </p:sp>
      <p:sp>
        <p:nvSpPr>
          <p:cNvPr id="14" name="Text 12"/>
          <p:cNvSpPr/>
          <p:nvPr/>
        </p:nvSpPr>
        <p:spPr>
          <a:xfrm>
            <a:off x="713232" y="3044952"/>
            <a:ext cx="10762488"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시작 전에 확인</a:t>
            </a:r>
            <a:endParaRPr lang="en-US" sz="1650" dirty="0"/>
          </a:p>
        </p:txBody>
      </p:sp>
      <p:sp>
        <p:nvSpPr>
          <p:cNvPr id="15" name="Text 13"/>
          <p:cNvSpPr/>
          <p:nvPr/>
        </p:nvSpPr>
        <p:spPr>
          <a:xfrm>
            <a:off x="713232" y="3429000"/>
            <a:ext cx="10762488" cy="1554480"/>
          </a:xfrm>
          <a:prstGeom prst="rect">
            <a:avLst/>
          </a:prstGeom>
          <a:noFill/>
          <a:ln/>
        </p:spPr>
        <p:txBody>
          <a:bodyPr wrap="square" lIns="0" tIns="0" rIns="0" bIns="0" rtlCol="0" anchor="t"/>
          <a:lstStyle/>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탐색기에 파일 다섯 개 · PRD.md · 00_course_rules.md · 09_user_flow.md · 09_development_plan.md · AGENTS.md</a:t>
            </a:r>
            <a:endParaRPr lang="en-US" sz="1450" dirty="0"/>
          </a:p>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09_user_flow.md에 시작·완료와 정상 흐름이 있다 · 비어 있으면 3분 안에 정상 흐름만이라도</a:t>
            </a:r>
            <a:endParaRPr lang="en-US" sz="1450" dirty="0"/>
          </a:p>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09_development_plan.md 맨 위에 학생 ID · 이름 · 서비스 이름</a:t>
            </a:r>
            <a:endParaRPr lang="en-US" sz="1450" dirty="0"/>
          </a:p>
        </p:txBody>
      </p:sp>
      <p:sp>
        <p:nvSpPr>
          <p:cNvPr id="16" name="Shape 14"/>
          <p:cNvSpPr/>
          <p:nvPr/>
        </p:nvSpPr>
        <p:spPr>
          <a:xfrm>
            <a:off x="530352" y="5257800"/>
            <a:ext cx="11128248" cy="512064"/>
          </a:xfrm>
          <a:prstGeom prst="roundRect">
            <a:avLst>
              <a:gd name="adj" fmla="val 39286"/>
            </a:avLst>
          </a:prstGeom>
          <a:solidFill>
            <a:srgbClr val="FF5C00"/>
          </a:solidFill>
          <a:ln w="12700">
            <a:solidFill>
              <a:srgbClr val="FF5C00"/>
            </a:solidFill>
            <a:prstDash val="solid"/>
          </a:ln>
        </p:spPr>
      </p:sp>
      <p:sp>
        <p:nvSpPr>
          <p:cNvPr id="17" name="Text 15"/>
          <p:cNvSpPr/>
          <p:nvPr/>
        </p:nvSpPr>
        <p:spPr>
          <a:xfrm>
            <a:off x="731520" y="5257800"/>
            <a:ext cx="10725912" cy="512064"/>
          </a:xfrm>
          <a:prstGeom prst="rect">
            <a:avLst/>
          </a:prstGeom>
          <a:noFill/>
          <a:ln/>
        </p:spPr>
        <p:txBody>
          <a:bodyPr wrap="square" lIns="0" tIns="0" rIns="0" bIns="0" rtlCol="0" anchor="ctr"/>
          <a:lstStyle/>
          <a:p>
            <a:pPr algn="ctr" indent="0" marL="0">
              <a:buNone/>
            </a:pPr>
            <a:r>
              <a:rPr lang="en-US" sz="1450" b="1" dirty="0">
                <a:solidFill>
                  <a:srgbClr val="FFFFFF"/>
                </a:solidFill>
                <a:latin typeface="IBM Plex Sans KR" pitchFamily="34" charset="0"/>
                <a:ea typeface="IBM Plex Sans KR" pitchFamily="34" charset="-122"/>
                <a:cs typeface="IBM Plex Sans KR" pitchFamily="34" charset="-120"/>
              </a:rPr>
              <a:t>AI가 코드를 보여 주면 · 「코드는 만들지 마. AGENTS.md를 다시 읽어 줘」</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9-2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요청 ① 먼저 AI가 이해한 내 서비스를 듣는다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02</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9-2 · 4쪽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04</a:t>
            </a:r>
            <a:endParaRPr lang="en-US" sz="900" dirty="0"/>
          </a:p>
        </p:txBody>
      </p:sp>
      <p:sp>
        <p:nvSpPr>
          <p:cNvPr id="10" name="Shape 8"/>
          <p:cNvSpPr/>
          <p:nvPr/>
        </p:nvSpPr>
        <p:spPr>
          <a:xfrm>
            <a:off x="530352" y="1783080"/>
            <a:ext cx="5417820" cy="2926080"/>
          </a:xfrm>
          <a:prstGeom prst="roundRect">
            <a:avLst>
              <a:gd name="adj" fmla="val 1719"/>
            </a:avLst>
          </a:prstGeom>
          <a:solidFill>
            <a:srgbClr val="F1F2F4"/>
          </a:solidFill>
          <a:ln w="12700">
            <a:solidFill>
              <a:srgbClr val="E0E3E7"/>
            </a:solidFill>
            <a:prstDash val="solid"/>
          </a:ln>
        </p:spPr>
      </p:sp>
      <p:sp>
        <p:nvSpPr>
          <p:cNvPr id="11" name="Text 9"/>
          <p:cNvSpPr/>
          <p:nvPr/>
        </p:nvSpPr>
        <p:spPr>
          <a:xfrm>
            <a:off x="713232" y="1947672"/>
            <a:ext cx="505206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AI가 할 일</a:t>
            </a:r>
            <a:endParaRPr lang="en-US" sz="1650" dirty="0"/>
          </a:p>
        </p:txBody>
      </p:sp>
      <p:sp>
        <p:nvSpPr>
          <p:cNvPr id="12" name="Text 10"/>
          <p:cNvSpPr/>
          <p:nvPr/>
        </p:nvSpPr>
        <p:spPr>
          <a:xfrm>
            <a:off x="713232" y="2331720"/>
            <a:ext cx="5052060" cy="2286000"/>
          </a:xfrm>
          <a:prstGeom prst="rect">
            <a:avLst/>
          </a:prstGeom>
          <a:noFill/>
          <a:ln/>
        </p:spPr>
        <p:txBody>
          <a:bodyPr wrap="square" lIns="0" tIns="0" rIns="0" bIns="0" rtlCol="0" anchor="t"/>
          <a:lstStyle/>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세 파일을 순서대로 읽는다</a:t>
            </a:r>
            <a:endParaRPr lang="en-US" sz="1450" dirty="0"/>
          </a:p>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여섯 줄만 대화창에 쓴다 · 사용자 · 상황 · 필요 · 핵심 기능 · 시작 · 완료</a:t>
            </a:r>
            <a:endParaRPr lang="en-US" sz="1450" dirty="0"/>
          </a:p>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서로 다르거나 모르는 곳은 질문으로</a:t>
            </a:r>
            <a:endParaRPr lang="en-US" sz="1450" dirty="0"/>
          </a:p>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파일은 만들지도 고치지도 않는다</a:t>
            </a:r>
            <a:endParaRPr lang="en-US" sz="1450" dirty="0"/>
          </a:p>
        </p:txBody>
      </p:sp>
      <p:sp>
        <p:nvSpPr>
          <p:cNvPr id="13" name="Shape 11"/>
          <p:cNvSpPr/>
          <p:nvPr/>
        </p:nvSpPr>
        <p:spPr>
          <a:xfrm>
            <a:off x="6240780" y="1783080"/>
            <a:ext cx="5417820" cy="2926080"/>
          </a:xfrm>
          <a:prstGeom prst="roundRect">
            <a:avLst>
              <a:gd name="adj" fmla="val 1719"/>
            </a:avLst>
          </a:prstGeom>
          <a:solidFill>
            <a:srgbClr val="E7F2ED"/>
          </a:solidFill>
          <a:ln w="12700">
            <a:solidFill>
              <a:srgbClr val="0E7C86"/>
            </a:solidFill>
            <a:prstDash val="solid"/>
          </a:ln>
        </p:spPr>
      </p:sp>
      <p:sp>
        <p:nvSpPr>
          <p:cNvPr id="14" name="Text 12"/>
          <p:cNvSpPr/>
          <p:nvPr/>
        </p:nvSpPr>
        <p:spPr>
          <a:xfrm>
            <a:off x="6423660" y="1947672"/>
            <a:ext cx="5052060"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내가 확인할 것</a:t>
            </a:r>
            <a:endParaRPr lang="en-US" sz="1650" dirty="0"/>
          </a:p>
        </p:txBody>
      </p:sp>
      <p:sp>
        <p:nvSpPr>
          <p:cNvPr id="15" name="Text 13"/>
          <p:cNvSpPr/>
          <p:nvPr/>
        </p:nvSpPr>
        <p:spPr>
          <a:xfrm>
            <a:off x="6423660" y="2331720"/>
            <a:ext cx="5052060" cy="2286000"/>
          </a:xfrm>
          <a:prstGeom prst="rect">
            <a:avLst/>
          </a:prstGeom>
          <a:noFill/>
          <a:ln/>
        </p:spPr>
        <p:txBody>
          <a:bodyPr wrap="square" lIns="0" tIns="0" rIns="0" bIns="0" rtlCol="0" anchor="t"/>
          <a:lstStyle/>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여섯 줄을 내 PRD와 한 줄씩 대 본다</a:t>
            </a:r>
            <a:endParaRPr lang="en-US" sz="1450" dirty="0"/>
          </a:p>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다르면 「핵심 기능은 ○○이야」로 바로잡는다</a:t>
            </a:r>
            <a:endParaRPr lang="en-US" sz="1450" dirty="0"/>
          </a:p>
          <a:p>
            <a:pPr marL="203200" indent="-203200">
              <a:lnSpc>
                <a:spcPts val="2610"/>
              </a:lnSpc>
              <a:buSzPct val="100000"/>
              <a:buChar char="▪"/>
            </a:pPr>
            <a:r>
              <a:rPr lang="en-US" sz="1450" dirty="0">
                <a:solidFill>
                  <a:srgbClr val="34373D"/>
                </a:solidFill>
                <a:latin typeface="IBM Plex Sans KR" pitchFamily="34" charset="0"/>
                <a:ea typeface="IBM Plex Sans KR" pitchFamily="34" charset="-122"/>
                <a:cs typeface="IBM Plex Sans KR" pitchFamily="34" charset="-120"/>
              </a:rPr>
              <a:t>AI의 질문에는 내 말로 답한다</a:t>
            </a:r>
            <a:endParaRPr lang="en-US" sz="1450" dirty="0"/>
          </a:p>
        </p:txBody>
      </p:sp>
      <p:sp>
        <p:nvSpPr>
          <p:cNvPr id="16" name="Shape 14"/>
          <p:cNvSpPr/>
          <p:nvPr/>
        </p:nvSpPr>
        <p:spPr>
          <a:xfrm>
            <a:off x="530352" y="4983480"/>
            <a:ext cx="11128248" cy="512064"/>
          </a:xfrm>
          <a:prstGeom prst="roundRect">
            <a:avLst>
              <a:gd name="adj" fmla="val 39286"/>
            </a:avLst>
          </a:prstGeom>
          <a:solidFill>
            <a:srgbClr val="FF5C00"/>
          </a:solidFill>
          <a:ln w="12700">
            <a:solidFill>
              <a:srgbClr val="FF5C00"/>
            </a:solidFill>
            <a:prstDash val="solid"/>
          </a:ln>
        </p:spPr>
      </p:sp>
      <p:sp>
        <p:nvSpPr>
          <p:cNvPr id="17" name="Text 15"/>
          <p:cNvSpPr/>
          <p:nvPr/>
        </p:nvSpPr>
        <p:spPr>
          <a:xfrm>
            <a:off x="731520" y="498348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요청문은 교과서 4쪽에서 복사해 그대로 보낸다</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9-2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요청 ② 흐름을 다듬어 계획 1~4항에 쓰게 한다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03</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9-2 · 5–6쪽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05</a:t>
            </a:r>
            <a:endParaRPr lang="en-US" sz="900" dirty="0"/>
          </a:p>
        </p:txBody>
      </p:sp>
      <p:sp>
        <p:nvSpPr>
          <p:cNvPr id="10" name="Shape 8"/>
          <p:cNvSpPr/>
          <p:nvPr/>
        </p:nvSpPr>
        <p:spPr>
          <a:xfrm>
            <a:off x="530352" y="1783080"/>
            <a:ext cx="3115909" cy="402336"/>
          </a:xfrm>
          <a:prstGeom prst="rect">
            <a:avLst/>
          </a:prstGeom>
          <a:solidFill>
            <a:srgbClr val="1B1D21"/>
          </a:solidFill>
          <a:ln/>
        </p:spPr>
      </p:sp>
      <p:sp>
        <p:nvSpPr>
          <p:cNvPr id="11" name="Text 9"/>
          <p:cNvSpPr/>
          <p:nvPr/>
        </p:nvSpPr>
        <p:spPr>
          <a:xfrm>
            <a:off x="658368" y="1783080"/>
            <a:ext cx="2859877"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요청에 들어 있는 것</a:t>
            </a:r>
            <a:endParaRPr lang="en-US" sz="1050" dirty="0"/>
          </a:p>
        </p:txBody>
      </p:sp>
      <p:sp>
        <p:nvSpPr>
          <p:cNvPr id="12" name="Shape 10"/>
          <p:cNvSpPr/>
          <p:nvPr/>
        </p:nvSpPr>
        <p:spPr>
          <a:xfrm>
            <a:off x="3646261" y="1783080"/>
            <a:ext cx="8012339" cy="402336"/>
          </a:xfrm>
          <a:prstGeom prst="rect">
            <a:avLst/>
          </a:prstGeom>
          <a:solidFill>
            <a:srgbClr val="1B1D21"/>
          </a:solidFill>
          <a:ln/>
        </p:spPr>
      </p:sp>
      <p:sp>
        <p:nvSpPr>
          <p:cNvPr id="13" name="Text 11"/>
          <p:cNvSpPr/>
          <p:nvPr/>
        </p:nvSpPr>
        <p:spPr>
          <a:xfrm>
            <a:off x="3774277" y="1783080"/>
            <a:ext cx="7756307" cy="402336"/>
          </a:xfrm>
          <a:prstGeom prst="rect">
            <a:avLst/>
          </a:prstGeom>
          <a:noFill/>
          <a:ln/>
        </p:spPr>
        <p:txBody>
          <a:bodyPr wrap="square" lIns="0" tIns="0" rIns="0" bIns="0" rtlCol="0" anchor="ctr"/>
          <a:lstStyle/>
          <a:p>
            <a:pPr indent="0" marL="0">
              <a:buNone/>
            </a:pPr>
            <a:endParaRPr lang="en-US" sz="1050" dirty="0"/>
          </a:p>
        </p:txBody>
      </p:sp>
      <p:sp>
        <p:nvSpPr>
          <p:cNvPr id="14" name="Shape 12"/>
          <p:cNvSpPr/>
          <p:nvPr/>
        </p:nvSpPr>
        <p:spPr>
          <a:xfrm>
            <a:off x="530352" y="2185416"/>
            <a:ext cx="11128248" cy="475488"/>
          </a:xfrm>
          <a:prstGeom prst="rect">
            <a:avLst/>
          </a:prstGeom>
          <a:solidFill>
            <a:srgbClr val="F1F2F4"/>
          </a:solidFill>
          <a:ln w="9525">
            <a:solidFill>
              <a:srgbClr val="E0E3E7"/>
            </a:solidFill>
            <a:prstDash val="solid"/>
          </a:ln>
        </p:spPr>
      </p:sp>
      <p:sp>
        <p:nvSpPr>
          <p:cNvPr id="15" name="Text 13"/>
          <p:cNvSpPr/>
          <p:nvPr/>
        </p:nvSpPr>
        <p:spPr>
          <a:xfrm>
            <a:off x="658368" y="2185416"/>
            <a:ext cx="2859877" cy="475488"/>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결과를 둘 곳</a:t>
            </a:r>
            <a:endParaRPr lang="en-US" sz="1400" dirty="0"/>
          </a:p>
        </p:txBody>
      </p:sp>
      <p:sp>
        <p:nvSpPr>
          <p:cNvPr id="16" name="Text 14"/>
          <p:cNvSpPr/>
          <p:nvPr/>
        </p:nvSpPr>
        <p:spPr>
          <a:xfrm>
            <a:off x="3774277" y="2185416"/>
            <a:ext cx="7756307" cy="475488"/>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09_development_plan.md · 1. 서비스와 핵심 목적 ~ 4. 핵심 예외 흐름</a:t>
            </a:r>
            <a:endParaRPr lang="en-US" sz="1400" dirty="0"/>
          </a:p>
        </p:txBody>
      </p:sp>
      <p:sp>
        <p:nvSpPr>
          <p:cNvPr id="17" name="Shape 15"/>
          <p:cNvSpPr/>
          <p:nvPr/>
        </p:nvSpPr>
        <p:spPr>
          <a:xfrm>
            <a:off x="530352" y="2660904"/>
            <a:ext cx="11128248" cy="475488"/>
          </a:xfrm>
          <a:prstGeom prst="rect">
            <a:avLst/>
          </a:prstGeom>
          <a:solidFill>
            <a:srgbClr val="FFFFFF"/>
          </a:solidFill>
          <a:ln w="9525">
            <a:solidFill>
              <a:srgbClr val="E0E3E7"/>
            </a:solidFill>
            <a:prstDash val="solid"/>
          </a:ln>
        </p:spPr>
      </p:sp>
      <p:sp>
        <p:nvSpPr>
          <p:cNvPr id="18" name="Text 16"/>
          <p:cNvSpPr/>
          <p:nvPr/>
        </p:nvSpPr>
        <p:spPr>
          <a:xfrm>
            <a:off x="658368" y="2660904"/>
            <a:ext cx="2859877" cy="475488"/>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할 일</a:t>
            </a:r>
            <a:endParaRPr lang="en-US" sz="1400" dirty="0"/>
          </a:p>
        </p:txBody>
      </p:sp>
      <p:sp>
        <p:nvSpPr>
          <p:cNvPr id="19" name="Text 17"/>
          <p:cNvSpPr/>
          <p:nvPr/>
        </p:nvSpPr>
        <p:spPr>
          <a:xfrm>
            <a:off x="3774277" y="2660904"/>
            <a:ext cx="7756307" cy="475488"/>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내가 쓴 단계 순서는 그대로 · 빈칸과 빠진 반응만 채운다</a:t>
            </a:r>
            <a:endParaRPr lang="en-US" sz="1400" dirty="0"/>
          </a:p>
        </p:txBody>
      </p:sp>
      <p:sp>
        <p:nvSpPr>
          <p:cNvPr id="20" name="Shape 18"/>
          <p:cNvSpPr/>
          <p:nvPr/>
        </p:nvSpPr>
        <p:spPr>
          <a:xfrm>
            <a:off x="530352" y="3136392"/>
            <a:ext cx="11128248" cy="475488"/>
          </a:xfrm>
          <a:prstGeom prst="rect">
            <a:avLst/>
          </a:prstGeom>
          <a:solidFill>
            <a:srgbClr val="F1F2F4"/>
          </a:solidFill>
          <a:ln w="9525">
            <a:solidFill>
              <a:srgbClr val="E0E3E7"/>
            </a:solidFill>
            <a:prstDash val="solid"/>
          </a:ln>
        </p:spPr>
      </p:sp>
      <p:sp>
        <p:nvSpPr>
          <p:cNvPr id="21" name="Text 19"/>
          <p:cNvSpPr/>
          <p:nvPr/>
        </p:nvSpPr>
        <p:spPr>
          <a:xfrm>
            <a:off x="658368" y="3136392"/>
            <a:ext cx="2859877" cy="475488"/>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꼭 넣을 것</a:t>
            </a:r>
            <a:endParaRPr lang="en-US" sz="1400" dirty="0"/>
          </a:p>
        </p:txBody>
      </p:sp>
      <p:sp>
        <p:nvSpPr>
          <p:cNvPr id="22" name="Text 20"/>
          <p:cNvSpPr/>
          <p:nvPr/>
        </p:nvSpPr>
        <p:spPr>
          <a:xfrm>
            <a:off x="3774277" y="3136392"/>
            <a:ext cx="7756307" cy="475488"/>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기록이 생기는 단계와 다시 보는 단계</a:t>
            </a:r>
            <a:endParaRPr lang="en-US" sz="1400" dirty="0"/>
          </a:p>
        </p:txBody>
      </p:sp>
      <p:sp>
        <p:nvSpPr>
          <p:cNvPr id="23" name="Shape 21"/>
          <p:cNvSpPr/>
          <p:nvPr/>
        </p:nvSpPr>
        <p:spPr>
          <a:xfrm>
            <a:off x="530352" y="3611880"/>
            <a:ext cx="11128248" cy="475488"/>
          </a:xfrm>
          <a:prstGeom prst="rect">
            <a:avLst/>
          </a:prstGeom>
          <a:solidFill>
            <a:srgbClr val="FFFFFF"/>
          </a:solidFill>
          <a:ln w="9525">
            <a:solidFill>
              <a:srgbClr val="E0E3E7"/>
            </a:solidFill>
            <a:prstDash val="solid"/>
          </a:ln>
        </p:spPr>
      </p:sp>
      <p:sp>
        <p:nvSpPr>
          <p:cNvPr id="24" name="Text 22"/>
          <p:cNvSpPr/>
          <p:nvPr/>
        </p:nvSpPr>
        <p:spPr>
          <a:xfrm>
            <a:off x="658368" y="3611880"/>
            <a:ext cx="2859877" cy="475488"/>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하지 말 것</a:t>
            </a:r>
            <a:endParaRPr lang="en-US" sz="1400" dirty="0"/>
          </a:p>
        </p:txBody>
      </p:sp>
      <p:sp>
        <p:nvSpPr>
          <p:cNvPr id="25" name="Text 23"/>
          <p:cNvSpPr/>
          <p:nvPr/>
        </p:nvSpPr>
        <p:spPr>
          <a:xfrm>
            <a:off x="3774277" y="3611880"/>
            <a:ext cx="7756307" cy="475488"/>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PRD에 없는 기능 · 5항부터 쓰기</a:t>
            </a:r>
            <a:endParaRPr lang="en-US" sz="1400" dirty="0"/>
          </a:p>
        </p:txBody>
      </p:sp>
      <p:sp>
        <p:nvSpPr>
          <p:cNvPr id="26" name="Shape 24"/>
          <p:cNvSpPr/>
          <p:nvPr/>
        </p:nvSpPr>
        <p:spPr>
          <a:xfrm>
            <a:off x="530352" y="4343400"/>
            <a:ext cx="11128248" cy="512064"/>
          </a:xfrm>
          <a:prstGeom prst="roundRect">
            <a:avLst>
              <a:gd name="adj" fmla="val 39286"/>
            </a:avLst>
          </a:prstGeom>
          <a:solidFill>
            <a:srgbClr val="EAF5FB"/>
          </a:solidFill>
          <a:ln w="12700">
            <a:solidFill>
              <a:srgbClr val="3D8DFF"/>
            </a:solidFill>
            <a:prstDash val="solid"/>
          </a:ln>
        </p:spPr>
      </p:sp>
      <p:sp>
        <p:nvSpPr>
          <p:cNvPr id="27" name="Text 25"/>
          <p:cNvSpPr/>
          <p:nvPr/>
        </p:nvSpPr>
        <p:spPr>
          <a:xfrm>
            <a:off x="731520" y="434340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다 쓰면 · Ctrl+Shift+V 미리 보기로 표를 본다</a:t>
            </a:r>
            <a:endParaRPr lang="en-US" sz="1500" dirty="0"/>
          </a:p>
        </p:txBody>
      </p:sp>
      <p:sp>
        <p:nvSpPr>
          <p:cNvPr id="28" name="Shape 26"/>
          <p:cNvSpPr/>
          <p:nvPr/>
        </p:nvSpPr>
        <p:spPr>
          <a:xfrm>
            <a:off x="530352" y="5029200"/>
            <a:ext cx="11128248" cy="512064"/>
          </a:xfrm>
          <a:prstGeom prst="roundRect">
            <a:avLst>
              <a:gd name="adj" fmla="val 39286"/>
            </a:avLst>
          </a:prstGeom>
          <a:solidFill>
            <a:srgbClr val="FF5C00"/>
          </a:solidFill>
          <a:ln w="12700">
            <a:solidFill>
              <a:srgbClr val="FF5C00"/>
            </a:solidFill>
            <a:prstDash val="solid"/>
          </a:ln>
        </p:spPr>
      </p:sp>
      <p:sp>
        <p:nvSpPr>
          <p:cNvPr id="29" name="Text 27"/>
          <p:cNvSpPr/>
          <p:nvPr/>
        </p:nvSpPr>
        <p:spPr>
          <a:xfrm>
            <a:off x="731520" y="502920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AI가 바꾼 곳을 한 줄씩 읽는다 · 원하지 않으면 「○단계를 원래대로」</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9-2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요청 ③ 기능마다 판정하게 한다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04</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9-2 · 7쪽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06</a:t>
            </a:r>
            <a:endParaRPr lang="en-US" sz="900" dirty="0"/>
          </a:p>
        </p:txBody>
      </p:sp>
      <p:sp>
        <p:nvSpPr>
          <p:cNvPr id="10" name="Shape 8"/>
          <p:cNvSpPr/>
          <p:nvPr/>
        </p:nvSpPr>
        <p:spPr>
          <a:xfrm>
            <a:off x="530352" y="1783080"/>
            <a:ext cx="2590038" cy="868680"/>
          </a:xfrm>
          <a:prstGeom prst="roundRect">
            <a:avLst>
              <a:gd name="adj" fmla="val 5789"/>
            </a:avLst>
          </a:prstGeom>
          <a:solidFill>
            <a:srgbClr val="E7F2ED"/>
          </a:solidFill>
          <a:ln w="12700">
            <a:solidFill>
              <a:srgbClr val="0E7C86"/>
            </a:solidFill>
            <a:prstDash val="solid"/>
          </a:ln>
        </p:spPr>
      </p:sp>
      <p:sp>
        <p:nvSpPr>
          <p:cNvPr id="11" name="Text 9"/>
          <p:cNvSpPr/>
          <p:nvPr/>
        </p:nvSpPr>
        <p:spPr>
          <a:xfrm>
            <a:off x="713232" y="1947672"/>
            <a:ext cx="2224278"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구현 가능</a:t>
            </a:r>
            <a:endParaRPr lang="en-US" sz="1650" dirty="0"/>
          </a:p>
        </p:txBody>
      </p:sp>
      <p:sp>
        <p:nvSpPr>
          <p:cNvPr id="12" name="Shape 10"/>
          <p:cNvSpPr/>
          <p:nvPr/>
        </p:nvSpPr>
        <p:spPr>
          <a:xfrm>
            <a:off x="3376422" y="1783080"/>
            <a:ext cx="2590038" cy="868680"/>
          </a:xfrm>
          <a:prstGeom prst="roundRect">
            <a:avLst>
              <a:gd name="adj" fmla="val 5789"/>
            </a:avLst>
          </a:prstGeom>
          <a:solidFill>
            <a:srgbClr val="F1F2F4"/>
          </a:solidFill>
          <a:ln w="12700">
            <a:solidFill>
              <a:srgbClr val="E0E3E7"/>
            </a:solidFill>
            <a:prstDash val="solid"/>
          </a:ln>
        </p:spPr>
      </p:sp>
      <p:sp>
        <p:nvSpPr>
          <p:cNvPr id="13" name="Text 11"/>
          <p:cNvSpPr/>
          <p:nvPr/>
        </p:nvSpPr>
        <p:spPr>
          <a:xfrm>
            <a:off x="3559302" y="1947672"/>
            <a:ext cx="2224278"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단순화하면 가능</a:t>
            </a:r>
            <a:endParaRPr lang="en-US" sz="1650" dirty="0"/>
          </a:p>
        </p:txBody>
      </p:sp>
      <p:sp>
        <p:nvSpPr>
          <p:cNvPr id="14" name="Shape 12"/>
          <p:cNvSpPr/>
          <p:nvPr/>
        </p:nvSpPr>
        <p:spPr>
          <a:xfrm>
            <a:off x="6222492" y="1783080"/>
            <a:ext cx="2590038" cy="868680"/>
          </a:xfrm>
          <a:prstGeom prst="roundRect">
            <a:avLst>
              <a:gd name="adj" fmla="val 5789"/>
            </a:avLst>
          </a:prstGeom>
          <a:solidFill>
            <a:srgbClr val="F1F2F4"/>
          </a:solidFill>
          <a:ln w="12700">
            <a:solidFill>
              <a:srgbClr val="E0E3E7"/>
            </a:solidFill>
            <a:prstDash val="solid"/>
          </a:ln>
        </p:spPr>
      </p:sp>
      <p:sp>
        <p:nvSpPr>
          <p:cNvPr id="15" name="Text 13"/>
          <p:cNvSpPr/>
          <p:nvPr/>
        </p:nvSpPr>
        <p:spPr>
          <a:xfrm>
            <a:off x="6405372" y="1947672"/>
            <a:ext cx="2224278"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교사 확인 필요</a:t>
            </a:r>
            <a:endParaRPr lang="en-US" sz="1650" dirty="0"/>
          </a:p>
        </p:txBody>
      </p:sp>
      <p:sp>
        <p:nvSpPr>
          <p:cNvPr id="16" name="Shape 14"/>
          <p:cNvSpPr/>
          <p:nvPr/>
        </p:nvSpPr>
        <p:spPr>
          <a:xfrm>
            <a:off x="9068562" y="1783080"/>
            <a:ext cx="2590038" cy="868680"/>
          </a:xfrm>
          <a:prstGeom prst="roundRect">
            <a:avLst>
              <a:gd name="adj" fmla="val 5789"/>
            </a:avLst>
          </a:prstGeom>
          <a:solidFill>
            <a:srgbClr val="FFF1E8"/>
          </a:solidFill>
          <a:ln w="12700">
            <a:solidFill>
              <a:srgbClr val="C24A00"/>
            </a:solidFill>
            <a:prstDash val="solid"/>
          </a:ln>
        </p:spPr>
      </p:sp>
      <p:sp>
        <p:nvSpPr>
          <p:cNvPr id="17" name="Text 15"/>
          <p:cNvSpPr/>
          <p:nvPr/>
        </p:nvSpPr>
        <p:spPr>
          <a:xfrm>
            <a:off x="9251442" y="1947672"/>
            <a:ext cx="2224278" cy="402336"/>
          </a:xfrm>
          <a:prstGeom prst="rect">
            <a:avLst/>
          </a:prstGeom>
          <a:noFill/>
          <a:ln/>
        </p:spPr>
        <p:txBody>
          <a:bodyPr wrap="square" lIns="0" tIns="0" rIns="0" bIns="0" rtlCol="0" anchor="ctr"/>
          <a:lstStyle/>
          <a:p>
            <a:pPr indent="0" marL="0">
              <a:buNone/>
            </a:pPr>
            <a:r>
              <a:rPr lang="en-US" sz="1650" b="1" dirty="0">
                <a:solidFill>
                  <a:srgbClr val="C24A00"/>
                </a:solidFill>
                <a:latin typeface="IBM Plex Sans KR" pitchFamily="34" charset="0"/>
                <a:ea typeface="IBM Plex Sans KR" pitchFamily="34" charset="-122"/>
                <a:cs typeface="IBM Plex Sans KR" pitchFamily="34" charset="-120"/>
              </a:rPr>
              <a:t>구현 어려움</a:t>
            </a:r>
            <a:endParaRPr lang="en-US" sz="1650" dirty="0"/>
          </a:p>
        </p:txBody>
      </p:sp>
      <p:sp>
        <p:nvSpPr>
          <p:cNvPr id="18" name="Shape 16"/>
          <p:cNvSpPr/>
          <p:nvPr/>
        </p:nvSpPr>
        <p:spPr>
          <a:xfrm>
            <a:off x="530352" y="2880360"/>
            <a:ext cx="11128248" cy="1097280"/>
          </a:xfrm>
          <a:prstGeom prst="roundRect">
            <a:avLst>
              <a:gd name="adj" fmla="val 4167"/>
            </a:avLst>
          </a:prstGeom>
          <a:solidFill>
            <a:srgbClr val="24272C"/>
          </a:solidFill>
          <a:ln/>
        </p:spPr>
      </p:sp>
      <p:sp>
        <p:nvSpPr>
          <p:cNvPr id="19" name="Text 17"/>
          <p:cNvSpPr/>
          <p:nvPr/>
        </p:nvSpPr>
        <p:spPr>
          <a:xfrm>
            <a:off x="768096" y="3008376"/>
            <a:ext cx="10652760" cy="219456"/>
          </a:xfrm>
          <a:prstGeom prst="rect">
            <a:avLst/>
          </a:prstGeom>
          <a:noFill/>
          <a:ln/>
        </p:spPr>
        <p:txBody>
          <a:bodyPr wrap="square" lIns="0" tIns="0" rIns="0" bIns="0" rtlCol="0" anchor="ctr"/>
          <a:lstStyle/>
          <a:p>
            <a:pPr indent="0" marL="0">
              <a:buNone/>
            </a:pPr>
            <a:r>
              <a:rPr lang="en-US" sz="950" dirty="0">
                <a:solidFill>
                  <a:srgbClr val="8A9099"/>
                </a:solidFill>
                <a:latin typeface="IBM Plex Mono" pitchFamily="34" charset="0"/>
                <a:ea typeface="IBM Plex Mono" pitchFamily="34" charset="-122"/>
                <a:cs typeface="IBM Plex Mono" pitchFamily="34" charset="-120"/>
              </a:rPr>
              <a:t>요청 ③의 빈칸 · 09_user_flow.md 4항에 적은 걸리는 기능</a:t>
            </a:r>
            <a:endParaRPr lang="en-US" sz="950" dirty="0"/>
          </a:p>
        </p:txBody>
      </p:sp>
      <p:sp>
        <p:nvSpPr>
          <p:cNvPr id="20" name="Text 18"/>
          <p:cNvSpPr/>
          <p:nvPr/>
        </p:nvSpPr>
        <p:spPr>
          <a:xfrm>
            <a:off x="768096" y="3282696"/>
            <a:ext cx="10652760" cy="548640"/>
          </a:xfrm>
          <a:prstGeom prst="rect">
            <a:avLst/>
          </a:prstGeom>
          <a:noFill/>
          <a:ln/>
        </p:spPr>
        <p:txBody>
          <a:bodyPr wrap="square" lIns="0" tIns="0" rIns="0" bIns="0" rtlCol="0" anchor="t"/>
          <a:lstStyle/>
          <a:p>
            <a:pPr indent="0" marL="0">
              <a:lnSpc>
                <a:spcPts val="2890"/>
              </a:lnSpc>
              <a:buNone/>
            </a:pPr>
            <a:r>
              <a:rPr lang="en-US" sz="1700" b="1" dirty="0">
                <a:solidFill>
                  <a:srgbClr val="E8EAED"/>
                </a:solidFill>
                <a:latin typeface="IBM Plex Mono" pitchFamily="34" charset="0"/>
                <a:ea typeface="IBM Plex Mono" pitchFamily="34" charset="-122"/>
                <a:cs typeface="IBM Plex Mono" pitchFamily="34" charset="-120"/>
              </a:rPr>
              <a:t>특히 ___ 기능은 자세히 봐 줘.</a:t>
            </a:r>
            <a:endParaRPr lang="en-US" sz="1700" dirty="0"/>
          </a:p>
        </p:txBody>
      </p:sp>
      <p:sp>
        <p:nvSpPr>
          <p:cNvPr id="21" name="Shape 19"/>
          <p:cNvSpPr/>
          <p:nvPr/>
        </p:nvSpPr>
        <p:spPr>
          <a:xfrm>
            <a:off x="530352" y="4206240"/>
            <a:ext cx="11128248" cy="512064"/>
          </a:xfrm>
          <a:prstGeom prst="roundRect">
            <a:avLst>
              <a:gd name="adj" fmla="val 39286"/>
            </a:avLst>
          </a:prstGeom>
          <a:solidFill>
            <a:srgbClr val="EAF5FB"/>
          </a:solidFill>
          <a:ln w="12700">
            <a:solidFill>
              <a:srgbClr val="3D8DFF"/>
            </a:solidFill>
            <a:prstDash val="solid"/>
          </a:ln>
        </p:spPr>
      </p:sp>
      <p:sp>
        <p:nvSpPr>
          <p:cNvPr id="22" name="Text 20"/>
          <p:cNvSpPr/>
          <p:nvPr/>
        </p:nvSpPr>
        <p:spPr>
          <a:xfrm>
            <a:off x="731520" y="420624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결과는 계획 5. 구현 가능성 판정 표 · 대안은 대화창에 두 개까지</a:t>
            </a:r>
            <a:endParaRPr lang="en-US" sz="1500" dirty="0"/>
          </a:p>
        </p:txBody>
      </p:sp>
      <p:sp>
        <p:nvSpPr>
          <p:cNvPr id="23" name="Shape 21"/>
          <p:cNvSpPr/>
          <p:nvPr/>
        </p:nvSpPr>
        <p:spPr>
          <a:xfrm>
            <a:off x="530352" y="4892040"/>
            <a:ext cx="11128248" cy="512064"/>
          </a:xfrm>
          <a:prstGeom prst="roundRect">
            <a:avLst>
              <a:gd name="adj" fmla="val 39286"/>
            </a:avLst>
          </a:prstGeom>
          <a:solidFill>
            <a:srgbClr val="FF5C00"/>
          </a:solidFill>
          <a:ln w="12700">
            <a:solidFill>
              <a:srgbClr val="FF5C00"/>
            </a:solidFill>
            <a:prstDash val="solid"/>
          </a:ln>
        </p:spPr>
      </p:sp>
      <p:sp>
        <p:nvSpPr>
          <p:cNvPr id="24" name="Text 22"/>
          <p:cNvSpPr/>
          <p:nvPr/>
        </p:nvSpPr>
        <p:spPr>
          <a:xfrm>
            <a:off x="731520" y="489204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「교사 확인 필요」가 나오면 손을 든다 · 확인 못 받으면 대안으로</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9-2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대안은 내가 고르고 6항에 직접 적는다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04</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9-2 · 8쪽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07</a:t>
            </a:r>
            <a:endParaRPr lang="en-US" sz="900" dirty="0"/>
          </a:p>
        </p:txBody>
      </p:sp>
      <p:sp>
        <p:nvSpPr>
          <p:cNvPr id="10" name="Shape 8"/>
          <p:cNvSpPr/>
          <p:nvPr/>
        </p:nvSpPr>
        <p:spPr>
          <a:xfrm>
            <a:off x="530352" y="1783080"/>
            <a:ext cx="3338474" cy="402336"/>
          </a:xfrm>
          <a:prstGeom prst="rect">
            <a:avLst/>
          </a:prstGeom>
          <a:solidFill>
            <a:srgbClr val="1B1D21"/>
          </a:solidFill>
          <a:ln/>
        </p:spPr>
      </p:sp>
      <p:sp>
        <p:nvSpPr>
          <p:cNvPr id="11" name="Text 9"/>
          <p:cNvSpPr/>
          <p:nvPr/>
        </p:nvSpPr>
        <p:spPr>
          <a:xfrm>
            <a:off x="658368" y="1783080"/>
            <a:ext cx="308244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6항의 줄</a:t>
            </a:r>
            <a:endParaRPr lang="en-US" sz="1050" dirty="0"/>
          </a:p>
        </p:txBody>
      </p:sp>
      <p:sp>
        <p:nvSpPr>
          <p:cNvPr id="12" name="Shape 10"/>
          <p:cNvSpPr/>
          <p:nvPr/>
        </p:nvSpPr>
        <p:spPr>
          <a:xfrm>
            <a:off x="3868826" y="1783080"/>
            <a:ext cx="7789774" cy="402336"/>
          </a:xfrm>
          <a:prstGeom prst="rect">
            <a:avLst/>
          </a:prstGeom>
          <a:solidFill>
            <a:srgbClr val="1B1D21"/>
          </a:solidFill>
          <a:ln/>
        </p:spPr>
      </p:sp>
      <p:sp>
        <p:nvSpPr>
          <p:cNvPr id="13" name="Text 11"/>
          <p:cNvSpPr/>
          <p:nvPr/>
        </p:nvSpPr>
        <p:spPr>
          <a:xfrm>
            <a:off x="3996842" y="1783080"/>
            <a:ext cx="753374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예 · 영어 단어장 서비스</a:t>
            </a:r>
            <a:endParaRPr lang="en-US" sz="1050" dirty="0"/>
          </a:p>
        </p:txBody>
      </p:sp>
      <p:sp>
        <p:nvSpPr>
          <p:cNvPr id="14" name="Shape 12"/>
          <p:cNvSpPr/>
          <p:nvPr/>
        </p:nvSpPr>
        <p:spPr>
          <a:xfrm>
            <a:off x="530352" y="2185416"/>
            <a:ext cx="11128248" cy="548640"/>
          </a:xfrm>
          <a:prstGeom prst="rect">
            <a:avLst/>
          </a:prstGeom>
          <a:solidFill>
            <a:srgbClr val="F1F2F4"/>
          </a:solidFill>
          <a:ln w="9525">
            <a:solidFill>
              <a:srgbClr val="E0E3E7"/>
            </a:solidFill>
            <a:prstDash val="solid"/>
          </a:ln>
        </p:spPr>
      </p:sp>
      <p:sp>
        <p:nvSpPr>
          <p:cNvPr id="15" name="Text 13"/>
          <p:cNvSpPr/>
          <p:nvPr/>
        </p:nvSpPr>
        <p:spPr>
          <a:xfrm>
            <a:off x="658368" y="2185416"/>
            <a:ext cx="3082442" cy="548640"/>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원래 원한 기능</a:t>
            </a:r>
            <a:endParaRPr lang="en-US" sz="1400" dirty="0"/>
          </a:p>
        </p:txBody>
      </p:sp>
      <p:sp>
        <p:nvSpPr>
          <p:cNvPr id="16" name="Text 14"/>
          <p:cNvSpPr/>
          <p:nvPr/>
        </p:nvSpPr>
        <p:spPr>
          <a:xfrm>
            <a:off x="3996842" y="2185416"/>
            <a:ext cx="7533742" cy="548640"/>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문제 사진을 올리면 AI가 모르는 단어를 찾아 준다</a:t>
            </a:r>
            <a:endParaRPr lang="en-US" sz="1400" dirty="0"/>
          </a:p>
        </p:txBody>
      </p:sp>
      <p:sp>
        <p:nvSpPr>
          <p:cNvPr id="17" name="Shape 15"/>
          <p:cNvSpPr/>
          <p:nvPr/>
        </p:nvSpPr>
        <p:spPr>
          <a:xfrm>
            <a:off x="530352" y="2734056"/>
            <a:ext cx="11128248" cy="548640"/>
          </a:xfrm>
          <a:prstGeom prst="rect">
            <a:avLst/>
          </a:prstGeom>
          <a:solidFill>
            <a:srgbClr val="FFFFFF"/>
          </a:solidFill>
          <a:ln w="9525">
            <a:solidFill>
              <a:srgbClr val="E0E3E7"/>
            </a:solidFill>
            <a:prstDash val="solid"/>
          </a:ln>
        </p:spPr>
      </p:sp>
      <p:sp>
        <p:nvSpPr>
          <p:cNvPr id="18" name="Text 16"/>
          <p:cNvSpPr/>
          <p:nvPr/>
        </p:nvSpPr>
        <p:spPr>
          <a:xfrm>
            <a:off x="658368" y="2734056"/>
            <a:ext cx="3082442" cy="548640"/>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사용자가 얻으려던 결과</a:t>
            </a:r>
            <a:endParaRPr lang="en-US" sz="1400" dirty="0"/>
          </a:p>
        </p:txBody>
      </p:sp>
      <p:sp>
        <p:nvSpPr>
          <p:cNvPr id="19" name="Text 17"/>
          <p:cNvSpPr/>
          <p:nvPr/>
        </p:nvSpPr>
        <p:spPr>
          <a:xfrm>
            <a:off x="3996842" y="2734056"/>
            <a:ext cx="7533742" cy="548640"/>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모르는 단어를 뜻과 함께 표로 모은다</a:t>
            </a:r>
            <a:endParaRPr lang="en-US" sz="1400" dirty="0"/>
          </a:p>
        </p:txBody>
      </p:sp>
      <p:sp>
        <p:nvSpPr>
          <p:cNvPr id="20" name="Shape 18"/>
          <p:cNvSpPr/>
          <p:nvPr/>
        </p:nvSpPr>
        <p:spPr>
          <a:xfrm>
            <a:off x="530352" y="3282696"/>
            <a:ext cx="11128248" cy="548640"/>
          </a:xfrm>
          <a:prstGeom prst="rect">
            <a:avLst/>
          </a:prstGeom>
          <a:solidFill>
            <a:srgbClr val="F1F2F4"/>
          </a:solidFill>
          <a:ln w="9525">
            <a:solidFill>
              <a:srgbClr val="E0E3E7"/>
            </a:solidFill>
            <a:prstDash val="solid"/>
          </a:ln>
        </p:spPr>
      </p:sp>
      <p:sp>
        <p:nvSpPr>
          <p:cNvPr id="21" name="Text 19"/>
          <p:cNvSpPr/>
          <p:nvPr/>
        </p:nvSpPr>
        <p:spPr>
          <a:xfrm>
            <a:off x="658368" y="3282696"/>
            <a:ext cx="3082442" cy="548640"/>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고른 작은 대안</a:t>
            </a:r>
            <a:endParaRPr lang="en-US" sz="1400" dirty="0"/>
          </a:p>
        </p:txBody>
      </p:sp>
      <p:sp>
        <p:nvSpPr>
          <p:cNvPr id="22" name="Text 20"/>
          <p:cNvSpPr/>
          <p:nvPr/>
        </p:nvSpPr>
        <p:spPr>
          <a:xfrm>
            <a:off x="3996842" y="3282696"/>
            <a:ext cx="7533742" cy="548640"/>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단어와 뜻을 직접 입력하면 표에 쌓인다</a:t>
            </a:r>
            <a:endParaRPr lang="en-US" sz="1400" dirty="0"/>
          </a:p>
        </p:txBody>
      </p:sp>
      <p:sp>
        <p:nvSpPr>
          <p:cNvPr id="23" name="Shape 21"/>
          <p:cNvSpPr/>
          <p:nvPr/>
        </p:nvSpPr>
        <p:spPr>
          <a:xfrm>
            <a:off x="530352" y="3831336"/>
            <a:ext cx="11128248" cy="548640"/>
          </a:xfrm>
          <a:prstGeom prst="rect">
            <a:avLst/>
          </a:prstGeom>
          <a:solidFill>
            <a:srgbClr val="FFFFFF"/>
          </a:solidFill>
          <a:ln w="9525">
            <a:solidFill>
              <a:srgbClr val="E0E3E7"/>
            </a:solidFill>
            <a:prstDash val="solid"/>
          </a:ln>
        </p:spPr>
      </p:sp>
      <p:sp>
        <p:nvSpPr>
          <p:cNvPr id="24" name="Text 22"/>
          <p:cNvSpPr/>
          <p:nvPr/>
        </p:nvSpPr>
        <p:spPr>
          <a:xfrm>
            <a:off x="658368" y="3831336"/>
            <a:ext cx="3082442" cy="548640"/>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흐름에서 바뀌는 단계</a:t>
            </a:r>
            <a:endParaRPr lang="en-US" sz="1400" dirty="0"/>
          </a:p>
        </p:txBody>
      </p:sp>
      <p:sp>
        <p:nvSpPr>
          <p:cNvPr id="25" name="Text 23"/>
          <p:cNvSpPr/>
          <p:nvPr/>
        </p:nvSpPr>
        <p:spPr>
          <a:xfrm>
            <a:off x="3996842" y="3831336"/>
            <a:ext cx="7533742" cy="548640"/>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2단계 「사진을 올린다」 → 「단어와 뜻을 입력한다」</a:t>
            </a:r>
            <a:endParaRPr lang="en-US" sz="1400" dirty="0"/>
          </a:p>
        </p:txBody>
      </p:sp>
      <p:sp>
        <p:nvSpPr>
          <p:cNvPr id="26" name="Shape 24"/>
          <p:cNvSpPr/>
          <p:nvPr/>
        </p:nvSpPr>
        <p:spPr>
          <a:xfrm>
            <a:off x="530352" y="2734056"/>
            <a:ext cx="11128248" cy="548640"/>
          </a:xfrm>
          <a:prstGeom prst="rect">
            <a:avLst/>
          </a:prstGeom>
          <a:noFill/>
          <a:ln w="28575">
            <a:solidFill>
              <a:srgbClr val="FF5C00"/>
            </a:solidFill>
            <a:prstDash val="solid"/>
          </a:ln>
        </p:spPr>
      </p:sp>
      <p:sp>
        <p:nvSpPr>
          <p:cNvPr id="27" name="Shape 25"/>
          <p:cNvSpPr/>
          <p:nvPr/>
        </p:nvSpPr>
        <p:spPr>
          <a:xfrm>
            <a:off x="530352" y="4709160"/>
            <a:ext cx="11128248" cy="512064"/>
          </a:xfrm>
          <a:prstGeom prst="roundRect">
            <a:avLst>
              <a:gd name="adj" fmla="val 39286"/>
            </a:avLst>
          </a:prstGeom>
          <a:solidFill>
            <a:srgbClr val="FF5C00"/>
          </a:solidFill>
          <a:ln w="12700">
            <a:solidFill>
              <a:srgbClr val="FF5C00"/>
            </a:solidFill>
            <a:prstDash val="solid"/>
          </a:ln>
        </p:spPr>
      </p:sp>
      <p:sp>
        <p:nvSpPr>
          <p:cNvPr id="28" name="Text 26"/>
          <p:cNvSpPr/>
          <p:nvPr/>
        </p:nvSpPr>
        <p:spPr>
          <a:xfrm>
            <a:off x="731520" y="4709160"/>
            <a:ext cx="10725912"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IBM Plex Sans KR" pitchFamily="34" charset="0"/>
                <a:ea typeface="IBM Plex Sans KR" pitchFamily="34" charset="-122"/>
                <a:cs typeface="IBM Plex Sans KR" pitchFamily="34" charset="-120"/>
              </a:rPr>
              <a:t>기준은 하나 · 사용자가 얻으려던 결과가 대안에서도 남는가</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9-2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요청 ④ 흐름과 범위가 정해진 뒤에 개발 순서를 쓴다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05</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9-2 · 9쪽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08</a:t>
            </a:r>
            <a:endParaRPr lang="en-US" sz="900" dirty="0"/>
          </a:p>
        </p:txBody>
      </p:sp>
      <p:sp>
        <p:nvSpPr>
          <p:cNvPr id="10" name="Shape 8"/>
          <p:cNvSpPr/>
          <p:nvPr/>
        </p:nvSpPr>
        <p:spPr>
          <a:xfrm>
            <a:off x="530352" y="1783080"/>
            <a:ext cx="2562606" cy="2240280"/>
          </a:xfrm>
          <a:prstGeom prst="roundRect">
            <a:avLst>
              <a:gd name="adj" fmla="val 2245"/>
            </a:avLst>
          </a:prstGeom>
          <a:solidFill>
            <a:srgbClr val="F1F2F4"/>
          </a:solidFill>
          <a:ln w="12700">
            <a:solidFill>
              <a:srgbClr val="E0E3E7"/>
            </a:solidFill>
            <a:prstDash val="solid"/>
          </a:ln>
        </p:spPr>
      </p:sp>
      <p:sp>
        <p:nvSpPr>
          <p:cNvPr id="11" name="Text 9"/>
          <p:cNvSpPr/>
          <p:nvPr/>
        </p:nvSpPr>
        <p:spPr>
          <a:xfrm>
            <a:off x="713232" y="194767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1</a:t>
            </a:r>
            <a:endParaRPr lang="en-US" sz="1800" dirty="0"/>
          </a:p>
        </p:txBody>
      </p:sp>
      <p:sp>
        <p:nvSpPr>
          <p:cNvPr id="12" name="Text 10"/>
          <p:cNvSpPr/>
          <p:nvPr/>
        </p:nvSpPr>
        <p:spPr>
          <a:xfrm>
            <a:off x="713232"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10회</a:t>
            </a:r>
            <a:endParaRPr lang="en-US" sz="1650" dirty="0"/>
          </a:p>
        </p:txBody>
      </p:sp>
      <p:sp>
        <p:nvSpPr>
          <p:cNvPr id="13" name="Text 11"/>
          <p:cNvSpPr/>
          <p:nvPr/>
        </p:nvSpPr>
        <p:spPr>
          <a:xfrm>
            <a:off x="713232" y="2862072"/>
            <a:ext cx="2196846" cy="101498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핵심 행동 →</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요청 → 응답이</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화면에</a:t>
            </a:r>
            <a:endParaRPr lang="en-US" sz="1350" dirty="0"/>
          </a:p>
        </p:txBody>
      </p:sp>
      <p:sp>
        <p:nvSpPr>
          <p:cNvPr id="14" name="Text 12"/>
          <p:cNvSpPr/>
          <p:nvPr/>
        </p:nvSpPr>
        <p:spPr>
          <a:xfrm>
            <a:off x="3065526"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15" name="Shape 13"/>
          <p:cNvSpPr/>
          <p:nvPr/>
        </p:nvSpPr>
        <p:spPr>
          <a:xfrm>
            <a:off x="3385566" y="1783080"/>
            <a:ext cx="2562606" cy="2240280"/>
          </a:xfrm>
          <a:prstGeom prst="roundRect">
            <a:avLst>
              <a:gd name="adj" fmla="val 2245"/>
            </a:avLst>
          </a:prstGeom>
          <a:solidFill>
            <a:srgbClr val="F1F2F4"/>
          </a:solidFill>
          <a:ln w="12700">
            <a:solidFill>
              <a:srgbClr val="E0E3E7"/>
            </a:solidFill>
            <a:prstDash val="solid"/>
          </a:ln>
        </p:spPr>
      </p:sp>
      <p:sp>
        <p:nvSpPr>
          <p:cNvPr id="16" name="Text 14"/>
          <p:cNvSpPr/>
          <p:nvPr/>
        </p:nvSpPr>
        <p:spPr>
          <a:xfrm>
            <a:off x="3568446" y="194767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2</a:t>
            </a:r>
            <a:endParaRPr lang="en-US" sz="1800" dirty="0"/>
          </a:p>
        </p:txBody>
      </p:sp>
      <p:sp>
        <p:nvSpPr>
          <p:cNvPr id="17" name="Text 15"/>
          <p:cNvSpPr/>
          <p:nvPr/>
        </p:nvSpPr>
        <p:spPr>
          <a:xfrm>
            <a:off x="3568446"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11회</a:t>
            </a:r>
            <a:endParaRPr lang="en-US" sz="1650" dirty="0"/>
          </a:p>
        </p:txBody>
      </p:sp>
      <p:sp>
        <p:nvSpPr>
          <p:cNvPr id="18" name="Text 16"/>
          <p:cNvSpPr/>
          <p:nvPr/>
        </p:nvSpPr>
        <p:spPr>
          <a:xfrm>
            <a:off x="3568446" y="2862072"/>
            <a:ext cx="2196846" cy="101498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핵심 기록을</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SQLite에 저장 ·</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다시 열어 불러오기</a:t>
            </a:r>
            <a:endParaRPr lang="en-US" sz="1350" dirty="0"/>
          </a:p>
        </p:txBody>
      </p:sp>
      <p:sp>
        <p:nvSpPr>
          <p:cNvPr id="19" name="Text 17"/>
          <p:cNvSpPr/>
          <p:nvPr/>
        </p:nvSpPr>
        <p:spPr>
          <a:xfrm>
            <a:off x="5920740"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0" name="Shape 18"/>
          <p:cNvSpPr/>
          <p:nvPr/>
        </p:nvSpPr>
        <p:spPr>
          <a:xfrm>
            <a:off x="6240780" y="1783080"/>
            <a:ext cx="2562606" cy="2240280"/>
          </a:xfrm>
          <a:prstGeom prst="roundRect">
            <a:avLst>
              <a:gd name="adj" fmla="val 2245"/>
            </a:avLst>
          </a:prstGeom>
          <a:solidFill>
            <a:srgbClr val="F1F2F4"/>
          </a:solidFill>
          <a:ln w="12700">
            <a:solidFill>
              <a:srgbClr val="E0E3E7"/>
            </a:solidFill>
            <a:prstDash val="solid"/>
          </a:ln>
        </p:spPr>
      </p:sp>
      <p:sp>
        <p:nvSpPr>
          <p:cNvPr id="21" name="Text 19"/>
          <p:cNvSpPr/>
          <p:nvPr/>
        </p:nvSpPr>
        <p:spPr>
          <a:xfrm>
            <a:off x="6423660" y="1947672"/>
            <a:ext cx="2196846" cy="329184"/>
          </a:xfrm>
          <a:prstGeom prst="rect">
            <a:avLst/>
          </a:prstGeom>
          <a:noFill/>
          <a:ln/>
        </p:spPr>
        <p:txBody>
          <a:bodyPr wrap="square" lIns="0" tIns="0" rIns="0" bIns="0" rtlCol="0" anchor="ctr"/>
          <a:lstStyle/>
          <a:p>
            <a:pPr indent="0" marL="0">
              <a:buNone/>
            </a:pPr>
            <a:r>
              <a:rPr lang="en-US" sz="1800" b="1" dirty="0">
                <a:solidFill>
                  <a:srgbClr val="FF5C00"/>
                </a:solidFill>
                <a:latin typeface="IBM Plex Mono" pitchFamily="34" charset="0"/>
                <a:ea typeface="IBM Plex Mono" pitchFamily="34" charset="-122"/>
                <a:cs typeface="IBM Plex Mono" pitchFamily="34" charset="-120"/>
              </a:rPr>
              <a:t>3</a:t>
            </a:r>
            <a:endParaRPr lang="en-US" sz="1800" dirty="0"/>
          </a:p>
        </p:txBody>
      </p:sp>
      <p:sp>
        <p:nvSpPr>
          <p:cNvPr id="22" name="Text 20"/>
          <p:cNvSpPr/>
          <p:nvPr/>
        </p:nvSpPr>
        <p:spPr>
          <a:xfrm>
            <a:off x="6423660"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12회</a:t>
            </a:r>
            <a:endParaRPr lang="en-US" sz="1650" dirty="0"/>
          </a:p>
        </p:txBody>
      </p:sp>
      <p:sp>
        <p:nvSpPr>
          <p:cNvPr id="23" name="Text 21"/>
          <p:cNvSpPr/>
          <p:nvPr/>
        </p:nvSpPr>
        <p:spPr>
          <a:xfrm>
            <a:off x="6423660" y="2862072"/>
            <a:ext cx="2196846" cy="1014984"/>
          </a:xfrm>
          <a:prstGeom prst="rect">
            <a:avLst/>
          </a:prstGeom>
          <a:noFill/>
          <a:ln/>
        </p:spPr>
        <p:txBody>
          <a:bodyPr wrap="square" lIns="0" tIns="0" rIns="0" bIns="0" rtlCol="0" anchor="t"/>
          <a:lstStyle/>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정상 · 예외 흐름</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그대로 해 보며</a:t>
            </a:r>
            <a:endParaRPr lang="en-US" sz="1350" dirty="0"/>
          </a:p>
          <a:p>
            <a:pPr indent="0" marL="0">
              <a:lnSpc>
                <a:spcPts val="1900"/>
              </a:lnSpc>
              <a:buNone/>
            </a:pPr>
            <a:r>
              <a:rPr lang="en-US" sz="1350" dirty="0">
                <a:solidFill>
                  <a:srgbClr val="6C7078"/>
                </a:solidFill>
                <a:latin typeface="IBM Plex Sans KR" pitchFamily="34" charset="0"/>
                <a:ea typeface="IBM Plex Sans KR" pitchFamily="34" charset="-122"/>
                <a:cs typeface="IBM Plex Sans KR" pitchFamily="34" charset="-120"/>
              </a:rPr>
              <a:t>테스트</a:t>
            </a:r>
            <a:endParaRPr lang="en-US" sz="1350" dirty="0"/>
          </a:p>
        </p:txBody>
      </p:sp>
      <p:sp>
        <p:nvSpPr>
          <p:cNvPr id="24" name="Text 22"/>
          <p:cNvSpPr/>
          <p:nvPr/>
        </p:nvSpPr>
        <p:spPr>
          <a:xfrm>
            <a:off x="8775954" y="2514600"/>
            <a:ext cx="384048" cy="402336"/>
          </a:xfrm>
          <a:prstGeom prst="rect">
            <a:avLst/>
          </a:prstGeom>
          <a:noFill/>
          <a:ln/>
        </p:spPr>
        <p:txBody>
          <a:bodyPr wrap="square" lIns="0" tIns="0" rIns="0" bIns="0" rtlCol="0" anchor="ctr"/>
          <a:lstStyle/>
          <a:p>
            <a:pPr algn="ctr" indent="0" marL="0">
              <a:buNone/>
            </a:pPr>
            <a:r>
              <a:rPr lang="en-US" sz="2000" b="1" dirty="0">
                <a:solidFill>
                  <a:srgbClr val="FF5C00"/>
                </a:solidFill>
                <a:latin typeface="IBM Plex Sans KR" pitchFamily="34" charset="0"/>
                <a:ea typeface="IBM Plex Sans KR" pitchFamily="34" charset="-122"/>
                <a:cs typeface="IBM Plex Sans KR" pitchFamily="34" charset="-120"/>
              </a:rPr>
              <a:t>→</a:t>
            </a:r>
            <a:endParaRPr lang="en-US" sz="2000" dirty="0"/>
          </a:p>
        </p:txBody>
      </p:sp>
      <p:sp>
        <p:nvSpPr>
          <p:cNvPr id="25" name="Shape 23"/>
          <p:cNvSpPr/>
          <p:nvPr/>
        </p:nvSpPr>
        <p:spPr>
          <a:xfrm>
            <a:off x="9095994" y="1783080"/>
            <a:ext cx="2562606" cy="2240280"/>
          </a:xfrm>
          <a:prstGeom prst="roundRect">
            <a:avLst>
              <a:gd name="adj" fmla="val 2245"/>
            </a:avLst>
          </a:prstGeom>
          <a:solidFill>
            <a:srgbClr val="E7F2ED"/>
          </a:solidFill>
          <a:ln w="12700">
            <a:solidFill>
              <a:srgbClr val="0E7C86"/>
            </a:solidFill>
            <a:prstDash val="solid"/>
          </a:ln>
        </p:spPr>
      </p:sp>
      <p:sp>
        <p:nvSpPr>
          <p:cNvPr id="26" name="Text 24"/>
          <p:cNvSpPr/>
          <p:nvPr/>
        </p:nvSpPr>
        <p:spPr>
          <a:xfrm>
            <a:off x="9278874" y="1947672"/>
            <a:ext cx="2196846" cy="329184"/>
          </a:xfrm>
          <a:prstGeom prst="rect">
            <a:avLst/>
          </a:prstGeom>
          <a:noFill/>
          <a:ln/>
        </p:spPr>
        <p:txBody>
          <a:bodyPr wrap="square" lIns="0" tIns="0" rIns="0" bIns="0" rtlCol="0" anchor="ctr"/>
          <a:lstStyle/>
          <a:p>
            <a:pPr indent="0" marL="0">
              <a:buNone/>
            </a:pPr>
            <a:r>
              <a:rPr lang="en-US" sz="1800" b="1" dirty="0">
                <a:solidFill>
                  <a:srgbClr val="0E7C86"/>
                </a:solidFill>
                <a:latin typeface="IBM Plex Mono" pitchFamily="34" charset="0"/>
                <a:ea typeface="IBM Plex Mono" pitchFamily="34" charset="-122"/>
                <a:cs typeface="IBM Plex Mono" pitchFamily="34" charset="-120"/>
              </a:rPr>
              <a:t>4</a:t>
            </a:r>
            <a:endParaRPr lang="en-US" sz="1800" dirty="0"/>
          </a:p>
        </p:txBody>
      </p:sp>
      <p:sp>
        <p:nvSpPr>
          <p:cNvPr id="27" name="Text 25"/>
          <p:cNvSpPr/>
          <p:nvPr/>
        </p:nvSpPr>
        <p:spPr>
          <a:xfrm>
            <a:off x="9278874" y="2368296"/>
            <a:ext cx="2196846" cy="402336"/>
          </a:xfrm>
          <a:prstGeom prst="rect">
            <a:avLst/>
          </a:prstGeom>
          <a:noFill/>
          <a:ln/>
        </p:spPr>
        <p:txBody>
          <a:bodyPr wrap="square" lIns="0" tIns="0" rIns="0" bIns="0" rtlCol="0" anchor="ctr"/>
          <a:lstStyle/>
          <a:p>
            <a:pPr indent="0" marL="0">
              <a:buNone/>
            </a:pPr>
            <a:r>
              <a:rPr lang="en-US" sz="1650" b="1" dirty="0">
                <a:solidFill>
                  <a:srgbClr val="1B1D21"/>
                </a:solidFill>
                <a:latin typeface="IBM Plex Sans KR" pitchFamily="34" charset="0"/>
                <a:ea typeface="IBM Plex Sans KR" pitchFamily="34" charset="-122"/>
                <a:cs typeface="IBM Plex Sans KR" pitchFamily="34" charset="-120"/>
              </a:rPr>
              <a:t>13회</a:t>
            </a:r>
            <a:endParaRPr lang="en-US" sz="1650" dirty="0"/>
          </a:p>
        </p:txBody>
      </p:sp>
      <p:sp>
        <p:nvSpPr>
          <p:cNvPr id="28" name="Text 26"/>
          <p:cNvSpPr/>
          <p:nvPr/>
        </p:nvSpPr>
        <p:spPr>
          <a:xfrm>
            <a:off x="9278874" y="2862072"/>
            <a:ext cx="2196846" cy="1014984"/>
          </a:xfrm>
          <a:prstGeom prst="rect">
            <a:avLst/>
          </a:prstGeom>
          <a:noFill/>
          <a:ln/>
        </p:spPr>
        <p:txBody>
          <a:bodyPr wrap="square" lIns="0" tIns="0" rIns="0" bIns="0" rtlCol="0" anchor="t"/>
          <a:lstStyle/>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고치고 · 실행해</a:t>
            </a:r>
            <a:endParaRPr lang="en-US" sz="1350" dirty="0"/>
          </a:p>
          <a:p>
            <a:pPr indent="0" marL="0">
              <a:lnSpc>
                <a:spcPts val="1900"/>
              </a:lnSpc>
              <a:buNone/>
            </a:pPr>
            <a:r>
              <a:rPr lang="en-US" sz="1350" dirty="0">
                <a:solidFill>
                  <a:srgbClr val="34373D"/>
                </a:solidFill>
                <a:latin typeface="IBM Plex Sans KR" pitchFamily="34" charset="0"/>
                <a:ea typeface="IBM Plex Sans KR" pitchFamily="34" charset="-122"/>
                <a:cs typeface="IBM Plex Sans KR" pitchFamily="34" charset="-120"/>
              </a:rPr>
              <a:t>설명하고 · 제출</a:t>
            </a:r>
            <a:endParaRPr lang="en-US" sz="1350" dirty="0"/>
          </a:p>
        </p:txBody>
      </p:sp>
      <p:sp>
        <p:nvSpPr>
          <p:cNvPr id="29" name="Shape 27"/>
          <p:cNvSpPr/>
          <p:nvPr/>
        </p:nvSpPr>
        <p:spPr>
          <a:xfrm>
            <a:off x="530352" y="4297680"/>
            <a:ext cx="11128248" cy="512064"/>
          </a:xfrm>
          <a:prstGeom prst="roundRect">
            <a:avLst>
              <a:gd name="adj" fmla="val 39286"/>
            </a:avLst>
          </a:prstGeom>
          <a:solidFill>
            <a:srgbClr val="EAF5FB"/>
          </a:solidFill>
          <a:ln w="12700">
            <a:solidFill>
              <a:srgbClr val="3D8DFF"/>
            </a:solidFill>
            <a:prstDash val="solid"/>
          </a:ln>
        </p:spPr>
      </p:sp>
      <p:sp>
        <p:nvSpPr>
          <p:cNvPr id="30" name="Text 28"/>
          <p:cNvSpPr/>
          <p:nvPr/>
        </p:nvSpPr>
        <p:spPr>
          <a:xfrm>
            <a:off x="731520" y="429768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칸마다 · 완성할 흐름 · 사용자가 확인할 결과 · 아직 만들지 않을 것</a:t>
            </a:r>
            <a:endParaRPr lang="en-US" sz="1500" dirty="0"/>
          </a:p>
        </p:txBody>
      </p:sp>
      <p:sp>
        <p:nvSpPr>
          <p:cNvPr id="31" name="Shape 29"/>
          <p:cNvSpPr/>
          <p:nvPr/>
        </p:nvSpPr>
        <p:spPr>
          <a:xfrm>
            <a:off x="530352" y="4983480"/>
            <a:ext cx="11128248" cy="512064"/>
          </a:xfrm>
          <a:prstGeom prst="roundRect">
            <a:avLst>
              <a:gd name="adj" fmla="val 39286"/>
            </a:avLst>
          </a:prstGeom>
          <a:solidFill>
            <a:srgbClr val="FF5C00"/>
          </a:solidFill>
          <a:ln w="12700">
            <a:solidFill>
              <a:srgbClr val="FF5C00"/>
            </a:solidFill>
            <a:prstDash val="solid"/>
          </a:ln>
        </p:spPr>
      </p:sp>
      <p:sp>
        <p:nvSpPr>
          <p:cNvPr id="32" name="Text 30"/>
          <p:cNvSpPr/>
          <p:nvPr/>
        </p:nvSpPr>
        <p:spPr>
          <a:xfrm>
            <a:off x="731520" y="498348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10회 칸에 「저장」이 있으면 11회로 옮기게 한다</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9-2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바꾸거나 거절한 것을 8항에 내가 쓴다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06</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9-2 · 10쪽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09</a:t>
            </a:r>
            <a:endParaRPr lang="en-US" sz="900" dirty="0"/>
          </a:p>
        </p:txBody>
      </p:sp>
      <p:sp>
        <p:nvSpPr>
          <p:cNvPr id="10" name="Shape 8"/>
          <p:cNvSpPr/>
          <p:nvPr/>
        </p:nvSpPr>
        <p:spPr>
          <a:xfrm>
            <a:off x="530352" y="1783080"/>
            <a:ext cx="2893344" cy="402336"/>
          </a:xfrm>
          <a:prstGeom prst="rect">
            <a:avLst/>
          </a:prstGeom>
          <a:solidFill>
            <a:srgbClr val="1B1D21"/>
          </a:solidFill>
          <a:ln/>
        </p:spPr>
      </p:sp>
      <p:sp>
        <p:nvSpPr>
          <p:cNvPr id="11" name="Text 9"/>
          <p:cNvSpPr/>
          <p:nvPr/>
        </p:nvSpPr>
        <p:spPr>
          <a:xfrm>
            <a:off x="658368" y="1783080"/>
            <a:ext cx="263731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8항의 줄</a:t>
            </a:r>
            <a:endParaRPr lang="en-US" sz="1050" dirty="0"/>
          </a:p>
        </p:txBody>
      </p:sp>
      <p:sp>
        <p:nvSpPr>
          <p:cNvPr id="12" name="Shape 10"/>
          <p:cNvSpPr/>
          <p:nvPr/>
        </p:nvSpPr>
        <p:spPr>
          <a:xfrm>
            <a:off x="3423696" y="1783080"/>
            <a:ext cx="8234904" cy="402336"/>
          </a:xfrm>
          <a:prstGeom prst="rect">
            <a:avLst/>
          </a:prstGeom>
          <a:solidFill>
            <a:srgbClr val="1B1D21"/>
          </a:solidFill>
          <a:ln/>
        </p:spPr>
      </p:sp>
      <p:sp>
        <p:nvSpPr>
          <p:cNvPr id="13" name="Text 11"/>
          <p:cNvSpPr/>
          <p:nvPr/>
        </p:nvSpPr>
        <p:spPr>
          <a:xfrm>
            <a:off x="3551712" y="1783080"/>
            <a:ext cx="797887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예</a:t>
            </a:r>
            <a:endParaRPr lang="en-US" sz="1050" dirty="0"/>
          </a:p>
        </p:txBody>
      </p:sp>
      <p:sp>
        <p:nvSpPr>
          <p:cNvPr id="14" name="Shape 12"/>
          <p:cNvSpPr/>
          <p:nvPr/>
        </p:nvSpPr>
        <p:spPr>
          <a:xfrm>
            <a:off x="530352" y="2185416"/>
            <a:ext cx="11128248" cy="713232"/>
          </a:xfrm>
          <a:prstGeom prst="rect">
            <a:avLst/>
          </a:prstGeom>
          <a:solidFill>
            <a:srgbClr val="F1F2F4"/>
          </a:solidFill>
          <a:ln w="9525">
            <a:solidFill>
              <a:srgbClr val="E0E3E7"/>
            </a:solidFill>
            <a:prstDash val="solid"/>
          </a:ln>
        </p:spPr>
      </p:sp>
      <p:sp>
        <p:nvSpPr>
          <p:cNvPr id="15" name="Text 13"/>
          <p:cNvSpPr/>
          <p:nvPr/>
        </p:nvSpPr>
        <p:spPr>
          <a:xfrm>
            <a:off x="658368" y="2185416"/>
            <a:ext cx="2637312" cy="713232"/>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바꾼 것과 이유</a:t>
            </a:r>
            <a:endParaRPr lang="en-US" sz="1400" dirty="0"/>
          </a:p>
        </p:txBody>
      </p:sp>
      <p:sp>
        <p:nvSpPr>
          <p:cNvPr id="16" name="Text 14"/>
          <p:cNvSpPr/>
          <p:nvPr/>
        </p:nvSpPr>
        <p:spPr>
          <a:xfrm>
            <a:off x="3551712" y="2185416"/>
            <a:ext cx="7978872" cy="713232"/>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AI가 넣은 「결과를 공유한다」를 뺐다 · PRD에 공유 기능이 없다</a:t>
            </a:r>
            <a:endParaRPr lang="en-US" sz="1400" dirty="0"/>
          </a:p>
        </p:txBody>
      </p:sp>
      <p:sp>
        <p:nvSpPr>
          <p:cNvPr id="17" name="Shape 15"/>
          <p:cNvSpPr/>
          <p:nvPr/>
        </p:nvSpPr>
        <p:spPr>
          <a:xfrm>
            <a:off x="530352" y="2898648"/>
            <a:ext cx="11128248" cy="713232"/>
          </a:xfrm>
          <a:prstGeom prst="rect">
            <a:avLst/>
          </a:prstGeom>
          <a:solidFill>
            <a:srgbClr val="FFFFFF"/>
          </a:solidFill>
          <a:ln w="9525">
            <a:solidFill>
              <a:srgbClr val="E0E3E7"/>
            </a:solidFill>
            <a:prstDash val="solid"/>
          </a:ln>
        </p:spPr>
      </p:sp>
      <p:sp>
        <p:nvSpPr>
          <p:cNvPr id="18" name="Text 16"/>
          <p:cNvSpPr/>
          <p:nvPr/>
        </p:nvSpPr>
        <p:spPr>
          <a:xfrm>
            <a:off x="658368" y="2898648"/>
            <a:ext cx="2637312" cy="713232"/>
          </a:xfrm>
          <a:prstGeom prst="rect">
            <a:avLst/>
          </a:prstGeom>
          <a:noFill/>
          <a:ln/>
        </p:spPr>
        <p:txBody>
          <a:bodyPr wrap="square" lIns="0" tIns="0" rIns="0" bIns="0" rtlCol="0" anchor="ctr"/>
          <a:lstStyle/>
          <a:p>
            <a:pPr indent="0" marL="0">
              <a:buNone/>
            </a:pPr>
            <a:r>
              <a:rPr lang="en-US" sz="1400" b="1" dirty="0">
                <a:solidFill>
                  <a:srgbClr val="1B1D21"/>
                </a:solidFill>
                <a:latin typeface="IBM Plex Sans KR" pitchFamily="34" charset="0"/>
                <a:ea typeface="IBM Plex Sans KR" pitchFamily="34" charset="-122"/>
                <a:cs typeface="IBM Plex Sans KR" pitchFamily="34" charset="-120"/>
              </a:rPr>
              <a:t>거절한 것과 이유</a:t>
            </a:r>
            <a:endParaRPr lang="en-US" sz="1400" dirty="0"/>
          </a:p>
        </p:txBody>
      </p:sp>
      <p:sp>
        <p:nvSpPr>
          <p:cNvPr id="19" name="Text 17"/>
          <p:cNvSpPr/>
          <p:nvPr/>
        </p:nvSpPr>
        <p:spPr>
          <a:xfrm>
            <a:off x="3551712" y="2898648"/>
            <a:ext cx="7978872" cy="713232"/>
          </a:xfrm>
          <a:prstGeom prst="rect">
            <a:avLst/>
          </a:prstGeom>
          <a:noFill/>
          <a:ln/>
        </p:spPr>
        <p:txBody>
          <a:bodyPr wrap="square" lIns="0" tIns="0" rIns="0" bIns="0" rtlCol="0" anchor="ctr"/>
          <a:lstStyle/>
          <a:p>
            <a:pPr indent="0" marL="0">
              <a:buNone/>
            </a:pPr>
            <a:r>
              <a:rPr lang="en-US" sz="1400" dirty="0">
                <a:solidFill>
                  <a:srgbClr val="6C7078"/>
                </a:solidFill>
                <a:latin typeface="IBM Plex Sans KR" pitchFamily="34" charset="0"/>
                <a:ea typeface="IBM Plex Sans KR" pitchFamily="34" charset="-122"/>
                <a:cs typeface="IBM Plex Sans KR" pitchFamily="34" charset="-120"/>
              </a:rPr>
              <a:t>「예시 단어 100개 미리 넣기」를 거절했다 · 내가 모르는 단어를 모으는 게 목적이다</a:t>
            </a:r>
            <a:endParaRPr lang="en-US" sz="1400" dirty="0"/>
          </a:p>
        </p:txBody>
      </p:sp>
      <p:sp>
        <p:nvSpPr>
          <p:cNvPr id="20" name="Shape 18"/>
          <p:cNvSpPr/>
          <p:nvPr/>
        </p:nvSpPr>
        <p:spPr>
          <a:xfrm>
            <a:off x="530352" y="3840480"/>
            <a:ext cx="11128248" cy="512064"/>
          </a:xfrm>
          <a:prstGeom prst="roundRect">
            <a:avLst>
              <a:gd name="adj" fmla="val 39286"/>
            </a:avLst>
          </a:prstGeom>
          <a:solidFill>
            <a:srgbClr val="EAF5FB"/>
          </a:solidFill>
          <a:ln w="12700">
            <a:solidFill>
              <a:srgbClr val="3D8DFF"/>
            </a:solidFill>
            <a:prstDash val="solid"/>
          </a:ln>
        </p:spPr>
      </p:sp>
      <p:sp>
        <p:nvSpPr>
          <p:cNvPr id="21" name="Text 19"/>
          <p:cNvSpPr/>
          <p:nvPr/>
        </p:nvSpPr>
        <p:spPr>
          <a:xfrm>
            <a:off x="731520" y="3840480"/>
            <a:ext cx="10725912" cy="512064"/>
          </a:xfrm>
          <a:prstGeom prst="rect">
            <a:avLst/>
          </a:prstGeom>
          <a:noFill/>
          <a:ln/>
        </p:spPr>
        <p:txBody>
          <a:bodyPr wrap="square" lIns="0" tIns="0" rIns="0" bIns="0" rtlCol="0" anchor="ctr"/>
          <a:lstStyle/>
          <a:p>
            <a:pPr algn="ctr" indent="0" marL="0">
              <a:buNone/>
            </a:pPr>
            <a:r>
              <a:rPr lang="en-US" sz="1500" b="1" dirty="0">
                <a:solidFill>
                  <a:srgbClr val="34373D"/>
                </a:solidFill>
                <a:latin typeface="IBM Plex Sans KR" pitchFamily="34" charset="0"/>
                <a:ea typeface="IBM Plex Sans KR" pitchFamily="34" charset="-122"/>
                <a:cs typeface="IBM Plex Sans KR" pitchFamily="34" charset="-120"/>
              </a:rPr>
              <a:t>거절한 것이 없으면 「없음」과 이유</a:t>
            </a:r>
            <a:endParaRPr lang="en-US" sz="1500" dirty="0"/>
          </a:p>
        </p:txBody>
      </p:sp>
      <p:sp>
        <p:nvSpPr>
          <p:cNvPr id="22" name="Shape 20"/>
          <p:cNvSpPr/>
          <p:nvPr/>
        </p:nvSpPr>
        <p:spPr>
          <a:xfrm>
            <a:off x="530352" y="4526280"/>
            <a:ext cx="11128248" cy="512064"/>
          </a:xfrm>
          <a:prstGeom prst="roundRect">
            <a:avLst>
              <a:gd name="adj" fmla="val 39286"/>
            </a:avLst>
          </a:prstGeom>
          <a:solidFill>
            <a:srgbClr val="FF5C00"/>
          </a:solidFill>
          <a:ln w="12700">
            <a:solidFill>
              <a:srgbClr val="FF5C00"/>
            </a:solidFill>
            <a:prstDash val="solid"/>
          </a:ln>
        </p:spPr>
      </p:sp>
      <p:sp>
        <p:nvSpPr>
          <p:cNvPr id="23" name="Text 21"/>
          <p:cNvSpPr/>
          <p:nvPr/>
        </p:nvSpPr>
        <p:spPr>
          <a:xfrm>
            <a:off x="731520" y="452628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저장 → 미리 보기로 1~8항 확인 → AI대화기록.md에 요청 네 개</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9-2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문서를 보지 않고 내 말로 설명해 본다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10195560" y="786384"/>
            <a:ext cx="1463040" cy="384048"/>
          </a:xfrm>
          <a:prstGeom prst="rect">
            <a:avLst/>
          </a:prstGeom>
          <a:noFill/>
          <a:ln/>
        </p:spPr>
        <p:txBody>
          <a:bodyPr wrap="square" lIns="0" tIns="0" rIns="0" bIns="0" rtlCol="0" anchor="ctr"/>
          <a:lstStyle/>
          <a:p>
            <a:pPr algn="r" indent="0" marL="0">
              <a:buNone/>
            </a:pPr>
            <a:r>
              <a:rPr lang="en-US" sz="1300" b="1" dirty="0">
                <a:solidFill>
                  <a:srgbClr val="FF5C00"/>
                </a:solidFill>
                <a:latin typeface="IBM Plex Mono" pitchFamily="34" charset="0"/>
                <a:ea typeface="IBM Plex Mono" pitchFamily="34" charset="-122"/>
                <a:cs typeface="IBM Plex Mono" pitchFamily="34" charset="-120"/>
              </a:rPr>
              <a:t>07</a:t>
            </a:r>
            <a:endParaRPr lang="en-US" sz="1300" dirty="0"/>
          </a:p>
        </p:txBody>
      </p:sp>
      <p:sp>
        <p:nvSpPr>
          <p:cNvPr id="8" name="Text 6"/>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9-2 · 11쪽</a:t>
            </a:r>
            <a:endParaRPr lang="en-US" sz="900" dirty="0"/>
          </a:p>
        </p:txBody>
      </p:sp>
      <p:sp>
        <p:nvSpPr>
          <p:cNvPr id="9" name="Text 7"/>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10</a:t>
            </a:r>
            <a:endParaRPr lang="en-US" sz="900" dirty="0"/>
          </a:p>
        </p:txBody>
      </p:sp>
      <p:sp>
        <p:nvSpPr>
          <p:cNvPr id="10" name="Shape 8"/>
          <p:cNvSpPr/>
          <p:nvPr/>
        </p:nvSpPr>
        <p:spPr>
          <a:xfrm>
            <a:off x="530352" y="1783080"/>
            <a:ext cx="9347728" cy="402336"/>
          </a:xfrm>
          <a:prstGeom prst="rect">
            <a:avLst/>
          </a:prstGeom>
          <a:solidFill>
            <a:srgbClr val="1B1D21"/>
          </a:solidFill>
          <a:ln/>
        </p:spPr>
      </p:sp>
      <p:sp>
        <p:nvSpPr>
          <p:cNvPr id="11" name="Text 9"/>
          <p:cNvSpPr/>
          <p:nvPr/>
        </p:nvSpPr>
        <p:spPr>
          <a:xfrm>
            <a:off x="658368" y="1783080"/>
            <a:ext cx="9091696"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질문</a:t>
            </a:r>
            <a:endParaRPr lang="en-US" sz="1050" dirty="0"/>
          </a:p>
        </p:txBody>
      </p:sp>
      <p:sp>
        <p:nvSpPr>
          <p:cNvPr id="12" name="Shape 10"/>
          <p:cNvSpPr/>
          <p:nvPr/>
        </p:nvSpPr>
        <p:spPr>
          <a:xfrm>
            <a:off x="9878080" y="1783080"/>
            <a:ext cx="1780520" cy="402336"/>
          </a:xfrm>
          <a:prstGeom prst="rect">
            <a:avLst/>
          </a:prstGeom>
          <a:solidFill>
            <a:srgbClr val="1B1D21"/>
          </a:solidFill>
          <a:ln/>
        </p:spPr>
      </p:sp>
      <p:sp>
        <p:nvSpPr>
          <p:cNvPr id="13" name="Text 11"/>
          <p:cNvSpPr/>
          <p:nvPr/>
        </p:nvSpPr>
        <p:spPr>
          <a:xfrm>
            <a:off x="10006096" y="1783080"/>
            <a:ext cx="1524488"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확인</a:t>
            </a:r>
            <a:endParaRPr lang="en-US" sz="1050" dirty="0"/>
          </a:p>
        </p:txBody>
      </p:sp>
      <p:sp>
        <p:nvSpPr>
          <p:cNvPr id="14" name="Shape 12"/>
          <p:cNvSpPr/>
          <p:nvPr/>
        </p:nvSpPr>
        <p:spPr>
          <a:xfrm>
            <a:off x="530352" y="2185416"/>
            <a:ext cx="11128248" cy="512064"/>
          </a:xfrm>
          <a:prstGeom prst="rect">
            <a:avLst/>
          </a:prstGeom>
          <a:solidFill>
            <a:srgbClr val="F1F2F4"/>
          </a:solidFill>
          <a:ln w="9525">
            <a:solidFill>
              <a:srgbClr val="E0E3E7"/>
            </a:solidFill>
            <a:prstDash val="solid"/>
          </a:ln>
        </p:spPr>
      </p:sp>
      <p:sp>
        <p:nvSpPr>
          <p:cNvPr id="15" name="Text 13"/>
          <p:cNvSpPr/>
          <p:nvPr/>
        </p:nvSpPr>
        <p:spPr>
          <a:xfrm>
            <a:off x="658368" y="2185416"/>
            <a:ext cx="9091696" cy="512064"/>
          </a:xfrm>
          <a:prstGeom prst="rect">
            <a:avLst/>
          </a:prstGeom>
          <a:noFill/>
          <a:ln/>
        </p:spPr>
        <p:txBody>
          <a:bodyPr wrap="square" lIns="0" tIns="0" rIns="0" bIns="0" rtlCol="0" anchor="ctr"/>
          <a:lstStyle/>
          <a:p>
            <a:pPr indent="0" marL="0">
              <a:buNone/>
            </a:pPr>
            <a:r>
              <a:rPr lang="en-US" sz="1450" b="1" dirty="0">
                <a:solidFill>
                  <a:srgbClr val="1B1D21"/>
                </a:solidFill>
                <a:latin typeface="IBM Plex Sans KR" pitchFamily="34" charset="0"/>
                <a:ea typeface="IBM Plex Sans KR" pitchFamily="34" charset="-122"/>
                <a:cs typeface="IBM Plex Sans KR" pitchFamily="34" charset="-120"/>
              </a:rPr>
              <a:t>사용자는 누구이고, 무엇을 하려고 여는가?</a:t>
            </a:r>
            <a:endParaRPr lang="en-US" sz="1450" dirty="0"/>
          </a:p>
        </p:txBody>
      </p:sp>
      <p:sp>
        <p:nvSpPr>
          <p:cNvPr id="16" name="Text 14"/>
          <p:cNvSpPr/>
          <p:nvPr/>
        </p:nvSpPr>
        <p:spPr>
          <a:xfrm>
            <a:off x="10006096" y="2185416"/>
            <a:ext cx="1524488" cy="512064"/>
          </a:xfrm>
          <a:prstGeom prst="rect">
            <a:avLst/>
          </a:prstGeom>
          <a:noFill/>
          <a:ln/>
        </p:spPr>
        <p:txBody>
          <a:bodyPr wrap="square" lIns="0" tIns="0" rIns="0" bIns="0" rtlCol="0" anchor="ctr"/>
          <a:lstStyle/>
          <a:p>
            <a:pPr indent="0" marL="0">
              <a:buNone/>
            </a:pPr>
            <a:r>
              <a:rPr lang="en-US" sz="1450" dirty="0">
                <a:solidFill>
                  <a:srgbClr val="6C7078"/>
                </a:solidFill>
                <a:latin typeface="IBM Plex Sans KR" pitchFamily="34" charset="0"/>
                <a:ea typeface="IBM Plex Sans KR" pitchFamily="34" charset="-122"/>
                <a:cs typeface="IBM Plex Sans KR" pitchFamily="34" charset="-120"/>
              </a:rPr>
              <a:t>1항</a:t>
            </a:r>
            <a:endParaRPr lang="en-US" sz="1450" dirty="0"/>
          </a:p>
        </p:txBody>
      </p:sp>
      <p:sp>
        <p:nvSpPr>
          <p:cNvPr id="17" name="Shape 15"/>
          <p:cNvSpPr/>
          <p:nvPr/>
        </p:nvSpPr>
        <p:spPr>
          <a:xfrm>
            <a:off x="530352" y="2697480"/>
            <a:ext cx="11128248" cy="512064"/>
          </a:xfrm>
          <a:prstGeom prst="rect">
            <a:avLst/>
          </a:prstGeom>
          <a:solidFill>
            <a:srgbClr val="FFFFFF"/>
          </a:solidFill>
          <a:ln w="9525">
            <a:solidFill>
              <a:srgbClr val="E0E3E7"/>
            </a:solidFill>
            <a:prstDash val="solid"/>
          </a:ln>
        </p:spPr>
      </p:sp>
      <p:sp>
        <p:nvSpPr>
          <p:cNvPr id="18" name="Text 16"/>
          <p:cNvSpPr/>
          <p:nvPr/>
        </p:nvSpPr>
        <p:spPr>
          <a:xfrm>
            <a:off x="658368" y="2697480"/>
            <a:ext cx="9091696" cy="512064"/>
          </a:xfrm>
          <a:prstGeom prst="rect">
            <a:avLst/>
          </a:prstGeom>
          <a:noFill/>
          <a:ln/>
        </p:spPr>
        <p:txBody>
          <a:bodyPr wrap="square" lIns="0" tIns="0" rIns="0" bIns="0" rtlCol="0" anchor="ctr"/>
          <a:lstStyle/>
          <a:p>
            <a:pPr indent="0" marL="0">
              <a:buNone/>
            </a:pPr>
            <a:r>
              <a:rPr lang="en-US" sz="1450" b="1" dirty="0">
                <a:solidFill>
                  <a:srgbClr val="1B1D21"/>
                </a:solidFill>
                <a:latin typeface="IBM Plex Sans KR" pitchFamily="34" charset="0"/>
                <a:ea typeface="IBM Plex Sans KR" pitchFamily="34" charset="-122"/>
                <a:cs typeface="IBM Plex Sans KR" pitchFamily="34" charset="-120"/>
              </a:rPr>
              <a:t>기록이 생기는 단계와 다시 보는 단계는 몇 번인가?</a:t>
            </a:r>
            <a:endParaRPr lang="en-US" sz="1450" dirty="0"/>
          </a:p>
        </p:txBody>
      </p:sp>
      <p:sp>
        <p:nvSpPr>
          <p:cNvPr id="19" name="Text 17"/>
          <p:cNvSpPr/>
          <p:nvPr/>
        </p:nvSpPr>
        <p:spPr>
          <a:xfrm>
            <a:off x="10006096" y="2697480"/>
            <a:ext cx="1524488" cy="512064"/>
          </a:xfrm>
          <a:prstGeom prst="rect">
            <a:avLst/>
          </a:prstGeom>
          <a:noFill/>
          <a:ln/>
        </p:spPr>
        <p:txBody>
          <a:bodyPr wrap="square" lIns="0" tIns="0" rIns="0" bIns="0" rtlCol="0" anchor="ctr"/>
          <a:lstStyle/>
          <a:p>
            <a:pPr indent="0" marL="0">
              <a:buNone/>
            </a:pPr>
            <a:r>
              <a:rPr lang="en-US" sz="1450" dirty="0">
                <a:solidFill>
                  <a:srgbClr val="6C7078"/>
                </a:solidFill>
                <a:latin typeface="IBM Plex Sans KR" pitchFamily="34" charset="0"/>
                <a:ea typeface="IBM Plex Sans KR" pitchFamily="34" charset="-122"/>
                <a:cs typeface="IBM Plex Sans KR" pitchFamily="34" charset="-120"/>
              </a:rPr>
              <a:t>3항</a:t>
            </a:r>
            <a:endParaRPr lang="en-US" sz="1450" dirty="0"/>
          </a:p>
        </p:txBody>
      </p:sp>
      <p:sp>
        <p:nvSpPr>
          <p:cNvPr id="20" name="Shape 18"/>
          <p:cNvSpPr/>
          <p:nvPr/>
        </p:nvSpPr>
        <p:spPr>
          <a:xfrm>
            <a:off x="530352" y="3209544"/>
            <a:ext cx="11128248" cy="512064"/>
          </a:xfrm>
          <a:prstGeom prst="rect">
            <a:avLst/>
          </a:prstGeom>
          <a:solidFill>
            <a:srgbClr val="F1F2F4"/>
          </a:solidFill>
          <a:ln w="9525">
            <a:solidFill>
              <a:srgbClr val="E0E3E7"/>
            </a:solidFill>
            <a:prstDash val="solid"/>
          </a:ln>
        </p:spPr>
      </p:sp>
      <p:sp>
        <p:nvSpPr>
          <p:cNvPr id="21" name="Text 19"/>
          <p:cNvSpPr/>
          <p:nvPr/>
        </p:nvSpPr>
        <p:spPr>
          <a:xfrm>
            <a:off x="658368" y="3209544"/>
            <a:ext cx="9091696" cy="512064"/>
          </a:xfrm>
          <a:prstGeom prst="rect">
            <a:avLst/>
          </a:prstGeom>
          <a:noFill/>
          <a:ln/>
        </p:spPr>
        <p:txBody>
          <a:bodyPr wrap="square" lIns="0" tIns="0" rIns="0" bIns="0" rtlCol="0" anchor="ctr"/>
          <a:lstStyle/>
          <a:p>
            <a:pPr indent="0" marL="0">
              <a:buNone/>
            </a:pPr>
            <a:r>
              <a:rPr lang="en-US" sz="1450" b="1" dirty="0">
                <a:solidFill>
                  <a:srgbClr val="1B1D21"/>
                </a:solidFill>
                <a:latin typeface="IBM Plex Sans KR" pitchFamily="34" charset="0"/>
                <a:ea typeface="IBM Plex Sans KR" pitchFamily="34" charset="-122"/>
                <a:cs typeface="IBM Plex Sans KR" pitchFamily="34" charset="-120"/>
              </a:rPr>
              <a:t>잘못 입력하면 무엇을 보여 주고, 어디로 돌아가는가?</a:t>
            </a:r>
            <a:endParaRPr lang="en-US" sz="1450" dirty="0"/>
          </a:p>
        </p:txBody>
      </p:sp>
      <p:sp>
        <p:nvSpPr>
          <p:cNvPr id="22" name="Text 20"/>
          <p:cNvSpPr/>
          <p:nvPr/>
        </p:nvSpPr>
        <p:spPr>
          <a:xfrm>
            <a:off x="10006096" y="3209544"/>
            <a:ext cx="1524488" cy="512064"/>
          </a:xfrm>
          <a:prstGeom prst="rect">
            <a:avLst/>
          </a:prstGeom>
          <a:noFill/>
          <a:ln/>
        </p:spPr>
        <p:txBody>
          <a:bodyPr wrap="square" lIns="0" tIns="0" rIns="0" bIns="0" rtlCol="0" anchor="ctr"/>
          <a:lstStyle/>
          <a:p>
            <a:pPr indent="0" marL="0">
              <a:buNone/>
            </a:pPr>
            <a:r>
              <a:rPr lang="en-US" sz="1450" dirty="0">
                <a:solidFill>
                  <a:srgbClr val="6C7078"/>
                </a:solidFill>
                <a:latin typeface="IBM Plex Sans KR" pitchFamily="34" charset="0"/>
                <a:ea typeface="IBM Plex Sans KR" pitchFamily="34" charset="-122"/>
                <a:cs typeface="IBM Plex Sans KR" pitchFamily="34" charset="-120"/>
              </a:rPr>
              <a:t>4항</a:t>
            </a:r>
            <a:endParaRPr lang="en-US" sz="1450" dirty="0"/>
          </a:p>
        </p:txBody>
      </p:sp>
      <p:sp>
        <p:nvSpPr>
          <p:cNvPr id="23" name="Shape 21"/>
          <p:cNvSpPr/>
          <p:nvPr/>
        </p:nvSpPr>
        <p:spPr>
          <a:xfrm>
            <a:off x="530352" y="3721608"/>
            <a:ext cx="11128248" cy="512064"/>
          </a:xfrm>
          <a:prstGeom prst="rect">
            <a:avLst/>
          </a:prstGeom>
          <a:solidFill>
            <a:srgbClr val="FFFFFF"/>
          </a:solidFill>
          <a:ln w="9525">
            <a:solidFill>
              <a:srgbClr val="E0E3E7"/>
            </a:solidFill>
            <a:prstDash val="solid"/>
          </a:ln>
        </p:spPr>
      </p:sp>
      <p:sp>
        <p:nvSpPr>
          <p:cNvPr id="24" name="Text 22"/>
          <p:cNvSpPr/>
          <p:nvPr/>
        </p:nvSpPr>
        <p:spPr>
          <a:xfrm>
            <a:off x="658368" y="3721608"/>
            <a:ext cx="9091696" cy="512064"/>
          </a:xfrm>
          <a:prstGeom prst="rect">
            <a:avLst/>
          </a:prstGeom>
          <a:noFill/>
          <a:ln/>
        </p:spPr>
        <p:txBody>
          <a:bodyPr wrap="square" lIns="0" tIns="0" rIns="0" bIns="0" rtlCol="0" anchor="ctr"/>
          <a:lstStyle/>
          <a:p>
            <a:pPr indent="0" marL="0">
              <a:buNone/>
            </a:pPr>
            <a:r>
              <a:rPr lang="en-US" sz="1450" b="1" dirty="0">
                <a:solidFill>
                  <a:srgbClr val="1B1D21"/>
                </a:solidFill>
                <a:latin typeface="IBM Plex Sans KR" pitchFamily="34" charset="0"/>
                <a:ea typeface="IBM Plex Sans KR" pitchFamily="34" charset="-122"/>
                <a:cs typeface="IBM Plex Sans KR" pitchFamily="34" charset="-120"/>
              </a:rPr>
              <a:t>어려운 기능은 무엇으로 바꾸거나 뺐는가?</a:t>
            </a:r>
            <a:endParaRPr lang="en-US" sz="1450" dirty="0"/>
          </a:p>
        </p:txBody>
      </p:sp>
      <p:sp>
        <p:nvSpPr>
          <p:cNvPr id="25" name="Text 23"/>
          <p:cNvSpPr/>
          <p:nvPr/>
        </p:nvSpPr>
        <p:spPr>
          <a:xfrm>
            <a:off x="10006096" y="3721608"/>
            <a:ext cx="1524488" cy="512064"/>
          </a:xfrm>
          <a:prstGeom prst="rect">
            <a:avLst/>
          </a:prstGeom>
          <a:noFill/>
          <a:ln/>
        </p:spPr>
        <p:txBody>
          <a:bodyPr wrap="square" lIns="0" tIns="0" rIns="0" bIns="0" rtlCol="0" anchor="ctr"/>
          <a:lstStyle/>
          <a:p>
            <a:pPr indent="0" marL="0">
              <a:buNone/>
            </a:pPr>
            <a:r>
              <a:rPr lang="en-US" sz="1450" dirty="0">
                <a:solidFill>
                  <a:srgbClr val="6C7078"/>
                </a:solidFill>
                <a:latin typeface="IBM Plex Sans KR" pitchFamily="34" charset="0"/>
                <a:ea typeface="IBM Plex Sans KR" pitchFamily="34" charset="-122"/>
                <a:cs typeface="IBM Plex Sans KR" pitchFamily="34" charset="-120"/>
              </a:rPr>
              <a:t>5·6항</a:t>
            </a:r>
            <a:endParaRPr lang="en-US" sz="1450" dirty="0"/>
          </a:p>
        </p:txBody>
      </p:sp>
      <p:sp>
        <p:nvSpPr>
          <p:cNvPr id="26" name="Shape 24"/>
          <p:cNvSpPr/>
          <p:nvPr/>
        </p:nvSpPr>
        <p:spPr>
          <a:xfrm>
            <a:off x="530352" y="4233672"/>
            <a:ext cx="11128248" cy="512064"/>
          </a:xfrm>
          <a:prstGeom prst="rect">
            <a:avLst/>
          </a:prstGeom>
          <a:solidFill>
            <a:srgbClr val="F1F2F4"/>
          </a:solidFill>
          <a:ln w="9525">
            <a:solidFill>
              <a:srgbClr val="E0E3E7"/>
            </a:solidFill>
            <a:prstDash val="solid"/>
          </a:ln>
        </p:spPr>
      </p:sp>
      <p:sp>
        <p:nvSpPr>
          <p:cNvPr id="27" name="Text 25"/>
          <p:cNvSpPr/>
          <p:nvPr/>
        </p:nvSpPr>
        <p:spPr>
          <a:xfrm>
            <a:off x="658368" y="4233672"/>
            <a:ext cx="9091696" cy="512064"/>
          </a:xfrm>
          <a:prstGeom prst="rect">
            <a:avLst/>
          </a:prstGeom>
          <a:noFill/>
          <a:ln/>
        </p:spPr>
        <p:txBody>
          <a:bodyPr wrap="square" lIns="0" tIns="0" rIns="0" bIns="0" rtlCol="0" anchor="ctr"/>
          <a:lstStyle/>
          <a:p>
            <a:pPr indent="0" marL="0">
              <a:buNone/>
            </a:pPr>
            <a:r>
              <a:rPr lang="en-US" sz="1450" b="1" dirty="0">
                <a:solidFill>
                  <a:srgbClr val="1B1D21"/>
                </a:solidFill>
                <a:latin typeface="IBM Plex Sans KR" pitchFamily="34" charset="0"/>
                <a:ea typeface="IBM Plex Sans KR" pitchFamily="34" charset="-122"/>
                <a:cs typeface="IBM Plex Sans KR" pitchFamily="34" charset="-120"/>
              </a:rPr>
              <a:t>10회에 완성할 흐름과 아직 만들지 않을 것은?</a:t>
            </a:r>
            <a:endParaRPr lang="en-US" sz="1450" dirty="0"/>
          </a:p>
        </p:txBody>
      </p:sp>
      <p:sp>
        <p:nvSpPr>
          <p:cNvPr id="28" name="Text 26"/>
          <p:cNvSpPr/>
          <p:nvPr/>
        </p:nvSpPr>
        <p:spPr>
          <a:xfrm>
            <a:off x="10006096" y="4233672"/>
            <a:ext cx="1524488" cy="512064"/>
          </a:xfrm>
          <a:prstGeom prst="rect">
            <a:avLst/>
          </a:prstGeom>
          <a:noFill/>
          <a:ln/>
        </p:spPr>
        <p:txBody>
          <a:bodyPr wrap="square" lIns="0" tIns="0" rIns="0" bIns="0" rtlCol="0" anchor="ctr"/>
          <a:lstStyle/>
          <a:p>
            <a:pPr indent="0" marL="0">
              <a:buNone/>
            </a:pPr>
            <a:r>
              <a:rPr lang="en-US" sz="1450" dirty="0">
                <a:solidFill>
                  <a:srgbClr val="6C7078"/>
                </a:solidFill>
                <a:latin typeface="IBM Plex Sans KR" pitchFamily="34" charset="0"/>
                <a:ea typeface="IBM Plex Sans KR" pitchFamily="34" charset="-122"/>
                <a:cs typeface="IBM Plex Sans KR" pitchFamily="34" charset="-120"/>
              </a:rPr>
              <a:t>7항</a:t>
            </a:r>
            <a:endParaRPr lang="en-US" sz="1450" dirty="0"/>
          </a:p>
        </p:txBody>
      </p:sp>
      <p:sp>
        <p:nvSpPr>
          <p:cNvPr id="29" name="Shape 27"/>
          <p:cNvSpPr/>
          <p:nvPr/>
        </p:nvSpPr>
        <p:spPr>
          <a:xfrm>
            <a:off x="530352" y="5029200"/>
            <a:ext cx="11128248" cy="512064"/>
          </a:xfrm>
          <a:prstGeom prst="roundRect">
            <a:avLst>
              <a:gd name="adj" fmla="val 39286"/>
            </a:avLst>
          </a:prstGeom>
          <a:solidFill>
            <a:srgbClr val="FF5C00"/>
          </a:solidFill>
          <a:ln w="12700">
            <a:solidFill>
              <a:srgbClr val="FF5C00"/>
            </a:solidFill>
            <a:prstDash val="solid"/>
          </a:ln>
        </p:spPr>
      </p:sp>
      <p:sp>
        <p:nvSpPr>
          <p:cNvPr id="30" name="Text 28"/>
          <p:cNvSpPr/>
          <p:nvPr/>
        </p:nvSpPr>
        <p:spPr>
          <a:xfrm>
            <a:off x="731520" y="5029200"/>
            <a:ext cx="10725912"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IBM Plex Sans KR" pitchFamily="34" charset="0"/>
                <a:ea typeface="IBM Plex Sans KR" pitchFamily="34" charset="-122"/>
                <a:cs typeface="IBM Plex Sans KR" pitchFamily="34" charset="-120"/>
              </a:rPr>
              <a:t>Ctrl+F로 「AI」 「로그인」을 찾아 몰래 남은 곳이 없는지</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30352" y="320040"/>
            <a:ext cx="4114800" cy="246888"/>
          </a:xfrm>
          <a:prstGeom prst="rect">
            <a:avLst/>
          </a:prstGeom>
          <a:noFill/>
          <a:ln/>
        </p:spPr>
        <p:txBody>
          <a:bodyPr wrap="square" lIns="0" tIns="0" rIns="0" bIns="0" rtlCol="0" anchor="ctr"/>
          <a:lstStyle/>
          <a:p>
            <a:pPr indent="0" marL="0">
              <a:buNone/>
            </a:pPr>
            <a:r>
              <a:rPr lang="en-US" sz="975" b="1" dirty="0">
                <a:solidFill>
                  <a:srgbClr val="6C7078"/>
                </a:solidFill>
                <a:latin typeface="IBM Plex Sans KR" pitchFamily="34" charset="0"/>
                <a:ea typeface="IBM Plex Sans KR" pitchFamily="34" charset="-122"/>
                <a:cs typeface="IBM Plex Sans KR" pitchFamily="34" charset="-120"/>
              </a:rPr>
              <a:t>정보와 디지털 문해력</a:t>
            </a:r>
            <a:endParaRPr lang="en-US" sz="975" dirty="0"/>
          </a:p>
        </p:txBody>
      </p:sp>
      <p:sp>
        <p:nvSpPr>
          <p:cNvPr id="3" name="Shape 1"/>
          <p:cNvSpPr/>
          <p:nvPr/>
        </p:nvSpPr>
        <p:spPr>
          <a:xfrm>
            <a:off x="10378440" y="292608"/>
            <a:ext cx="1280160" cy="274320"/>
          </a:xfrm>
          <a:prstGeom prst="roundRect">
            <a:avLst>
              <a:gd name="adj" fmla="val 50000"/>
            </a:avLst>
          </a:prstGeom>
          <a:solidFill>
            <a:srgbClr val="1B1D21"/>
          </a:solidFill>
          <a:ln/>
        </p:spPr>
      </p:sp>
      <p:sp>
        <p:nvSpPr>
          <p:cNvPr id="4" name="Text 2"/>
          <p:cNvSpPr/>
          <p:nvPr/>
        </p:nvSpPr>
        <p:spPr>
          <a:xfrm>
            <a:off x="10378440" y="301752"/>
            <a:ext cx="1280160" cy="256032"/>
          </a:xfrm>
          <a:prstGeom prst="rect">
            <a:avLst/>
          </a:prstGeom>
          <a:noFill/>
          <a:ln/>
        </p:spPr>
        <p:txBody>
          <a:bodyPr wrap="square" lIns="0" tIns="0" rIns="0" bIns="0" rtlCol="0" anchor="ctr"/>
          <a:lstStyle/>
          <a:p>
            <a:pPr algn="ctr" indent="0" marL="0">
              <a:buNone/>
            </a:pPr>
            <a:r>
              <a:rPr lang="en-US" sz="975" b="1" dirty="0">
                <a:solidFill>
                  <a:srgbClr val="FFFFFF"/>
                </a:solidFill>
                <a:latin typeface="IBM Plex Sans KR" pitchFamily="34" charset="0"/>
                <a:ea typeface="IBM Plex Sans KR" pitchFamily="34" charset="-122"/>
                <a:cs typeface="IBM Plex Sans KR" pitchFamily="34" charset="-120"/>
              </a:rPr>
              <a:t>9-2</a:t>
            </a:r>
            <a:endParaRPr lang="en-US" sz="975" dirty="0"/>
          </a:p>
        </p:txBody>
      </p:sp>
      <p:sp>
        <p:nvSpPr>
          <p:cNvPr id="5" name="Text 3"/>
          <p:cNvSpPr/>
          <p:nvPr/>
        </p:nvSpPr>
        <p:spPr>
          <a:xfrm>
            <a:off x="530352" y="713232"/>
            <a:ext cx="9692640" cy="713232"/>
          </a:xfrm>
          <a:prstGeom prst="rect">
            <a:avLst/>
          </a:prstGeom>
          <a:noFill/>
          <a:ln/>
        </p:spPr>
        <p:txBody>
          <a:bodyPr wrap="square" lIns="0" tIns="0" rIns="0" bIns="0" rtlCol="0" anchor="ctr"/>
          <a:lstStyle/>
          <a:p>
            <a:pPr indent="0" marL="0">
              <a:buNone/>
            </a:pPr>
            <a:r>
              <a:rPr lang="en-US" sz="2700" b="1" dirty="0">
                <a:solidFill>
                  <a:srgbClr val="1B1D21"/>
                </a:solidFill>
                <a:latin typeface="IBM Plex Sans KR" pitchFamily="34" charset="0"/>
                <a:ea typeface="IBM Plex Sans KR" pitchFamily="34" charset="-122"/>
                <a:cs typeface="IBM Plex Sans KR" pitchFamily="34" charset="-120"/>
              </a:rPr>
              <a:t>막히면 이 표에서 내 줄을 찾는다</a:t>
            </a:r>
            <a:endParaRPr lang="en-US" sz="2700" dirty="0"/>
          </a:p>
        </p:txBody>
      </p:sp>
      <p:sp>
        <p:nvSpPr>
          <p:cNvPr id="6" name="Shape 4"/>
          <p:cNvSpPr/>
          <p:nvPr/>
        </p:nvSpPr>
        <p:spPr>
          <a:xfrm>
            <a:off x="530352" y="1481328"/>
            <a:ext cx="612648" cy="45720"/>
          </a:xfrm>
          <a:prstGeom prst="rect">
            <a:avLst/>
          </a:prstGeom>
          <a:solidFill>
            <a:srgbClr val="FF5C00"/>
          </a:solidFill>
          <a:ln/>
        </p:spPr>
      </p:sp>
      <p:sp>
        <p:nvSpPr>
          <p:cNvPr id="7" name="Text 5"/>
          <p:cNvSpPr/>
          <p:nvPr/>
        </p:nvSpPr>
        <p:spPr>
          <a:xfrm>
            <a:off x="530352" y="6327648"/>
            <a:ext cx="54864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9-2 · 13쪽</a:t>
            </a:r>
            <a:endParaRPr lang="en-US" sz="900" dirty="0"/>
          </a:p>
        </p:txBody>
      </p:sp>
      <p:sp>
        <p:nvSpPr>
          <p:cNvPr id="8" name="Text 6"/>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11</a:t>
            </a:r>
            <a:endParaRPr lang="en-US" sz="900" dirty="0"/>
          </a:p>
        </p:txBody>
      </p:sp>
      <p:sp>
        <p:nvSpPr>
          <p:cNvPr id="9" name="Shape 7"/>
          <p:cNvSpPr/>
          <p:nvPr/>
        </p:nvSpPr>
        <p:spPr>
          <a:xfrm>
            <a:off x="530352" y="1783080"/>
            <a:ext cx="4228734" cy="402336"/>
          </a:xfrm>
          <a:prstGeom prst="rect">
            <a:avLst/>
          </a:prstGeom>
          <a:solidFill>
            <a:srgbClr val="1B1D21"/>
          </a:solidFill>
          <a:ln/>
        </p:spPr>
      </p:sp>
      <p:sp>
        <p:nvSpPr>
          <p:cNvPr id="10" name="Text 8"/>
          <p:cNvSpPr/>
          <p:nvPr/>
        </p:nvSpPr>
        <p:spPr>
          <a:xfrm>
            <a:off x="658368" y="1783080"/>
            <a:ext cx="397270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이런 상황이라면</a:t>
            </a:r>
            <a:endParaRPr lang="en-US" sz="1050" dirty="0"/>
          </a:p>
        </p:txBody>
      </p:sp>
      <p:sp>
        <p:nvSpPr>
          <p:cNvPr id="11" name="Shape 9"/>
          <p:cNvSpPr/>
          <p:nvPr/>
        </p:nvSpPr>
        <p:spPr>
          <a:xfrm>
            <a:off x="4759086" y="1783080"/>
            <a:ext cx="6899514" cy="402336"/>
          </a:xfrm>
          <a:prstGeom prst="rect">
            <a:avLst/>
          </a:prstGeom>
          <a:solidFill>
            <a:srgbClr val="1B1D21"/>
          </a:solidFill>
          <a:ln/>
        </p:spPr>
      </p:sp>
      <p:sp>
        <p:nvSpPr>
          <p:cNvPr id="12" name="Text 10"/>
          <p:cNvSpPr/>
          <p:nvPr/>
        </p:nvSpPr>
        <p:spPr>
          <a:xfrm>
            <a:off x="4887102" y="1783080"/>
            <a:ext cx="6643482" cy="402336"/>
          </a:xfrm>
          <a:prstGeom prst="rect">
            <a:avLst/>
          </a:prstGeom>
          <a:noFill/>
          <a:ln/>
        </p:spPr>
        <p:txBody>
          <a:bodyPr wrap="square" lIns="0" tIns="0" rIns="0" bIns="0" rtlCol="0" anchor="ctr"/>
          <a:lstStyle/>
          <a:p>
            <a:pPr indent="0" marL="0">
              <a:buNone/>
            </a:pPr>
            <a:r>
              <a:rPr lang="en-US" sz="1050" b="1" dirty="0">
                <a:solidFill>
                  <a:srgbClr val="FFFFFF"/>
                </a:solidFill>
                <a:latin typeface="IBM Plex Sans KR" pitchFamily="34" charset="0"/>
                <a:ea typeface="IBM Plex Sans KR" pitchFamily="34" charset="-122"/>
                <a:cs typeface="IBM Plex Sans KR" pitchFamily="34" charset="-120"/>
              </a:rPr>
              <a:t>이렇게 한다</a:t>
            </a:r>
            <a:endParaRPr lang="en-US" sz="1050" dirty="0"/>
          </a:p>
        </p:txBody>
      </p:sp>
      <p:sp>
        <p:nvSpPr>
          <p:cNvPr id="13" name="Shape 11"/>
          <p:cNvSpPr/>
          <p:nvPr/>
        </p:nvSpPr>
        <p:spPr>
          <a:xfrm>
            <a:off x="530352" y="2185416"/>
            <a:ext cx="11128248" cy="530352"/>
          </a:xfrm>
          <a:prstGeom prst="rect">
            <a:avLst/>
          </a:prstGeom>
          <a:solidFill>
            <a:srgbClr val="F1F2F4"/>
          </a:solidFill>
          <a:ln w="9525">
            <a:solidFill>
              <a:srgbClr val="E0E3E7"/>
            </a:solidFill>
            <a:prstDash val="solid"/>
          </a:ln>
        </p:spPr>
      </p:sp>
      <p:sp>
        <p:nvSpPr>
          <p:cNvPr id="14" name="Text 12"/>
          <p:cNvSpPr/>
          <p:nvPr/>
        </p:nvSpPr>
        <p:spPr>
          <a:xfrm>
            <a:off x="658368" y="2185416"/>
            <a:ext cx="3972702" cy="530352"/>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AI가 HTML·코드를 만들기 시작했다</a:t>
            </a:r>
            <a:endParaRPr lang="en-US" sz="1350" dirty="0"/>
          </a:p>
        </p:txBody>
      </p:sp>
      <p:sp>
        <p:nvSpPr>
          <p:cNvPr id="15" name="Text 13"/>
          <p:cNvSpPr/>
          <p:nvPr/>
        </p:nvSpPr>
        <p:spPr>
          <a:xfrm>
            <a:off x="4887102" y="2185416"/>
            <a:ext cx="6643482" cy="530352"/>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「코드는 만들지 마 · 방금 만든 파일을 지워 줘」 → 탐색기로 확인</a:t>
            </a:r>
            <a:endParaRPr lang="en-US" sz="1350" dirty="0"/>
          </a:p>
        </p:txBody>
      </p:sp>
      <p:sp>
        <p:nvSpPr>
          <p:cNvPr id="16" name="Shape 14"/>
          <p:cNvSpPr/>
          <p:nvPr/>
        </p:nvSpPr>
        <p:spPr>
          <a:xfrm>
            <a:off x="530352" y="2715768"/>
            <a:ext cx="11128248" cy="530352"/>
          </a:xfrm>
          <a:prstGeom prst="rect">
            <a:avLst/>
          </a:prstGeom>
          <a:solidFill>
            <a:srgbClr val="FFFFFF"/>
          </a:solidFill>
          <a:ln w="9525">
            <a:solidFill>
              <a:srgbClr val="E0E3E7"/>
            </a:solidFill>
            <a:prstDash val="solid"/>
          </a:ln>
        </p:spPr>
      </p:sp>
      <p:sp>
        <p:nvSpPr>
          <p:cNvPr id="17" name="Text 15"/>
          <p:cNvSpPr/>
          <p:nvPr/>
        </p:nvSpPr>
        <p:spPr>
          <a:xfrm>
            <a:off x="658368" y="2715768"/>
            <a:ext cx="3972702" cy="530352"/>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AI가 PRD.md를 고쳤다</a:t>
            </a:r>
            <a:endParaRPr lang="en-US" sz="1350" dirty="0"/>
          </a:p>
        </p:txBody>
      </p:sp>
      <p:sp>
        <p:nvSpPr>
          <p:cNvPr id="18" name="Text 16"/>
          <p:cNvSpPr/>
          <p:nvPr/>
        </p:nvSpPr>
        <p:spPr>
          <a:xfrm>
            <a:off x="4887102" y="2715768"/>
            <a:ext cx="6643482" cy="530352"/>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06 폴더의 원본 PRD.md를 다시 복사해 덮어쓴다</a:t>
            </a:r>
            <a:endParaRPr lang="en-US" sz="1350" dirty="0"/>
          </a:p>
        </p:txBody>
      </p:sp>
      <p:sp>
        <p:nvSpPr>
          <p:cNvPr id="19" name="Shape 17"/>
          <p:cNvSpPr/>
          <p:nvPr/>
        </p:nvSpPr>
        <p:spPr>
          <a:xfrm>
            <a:off x="530352" y="3246120"/>
            <a:ext cx="11128248" cy="530352"/>
          </a:xfrm>
          <a:prstGeom prst="rect">
            <a:avLst/>
          </a:prstGeom>
          <a:solidFill>
            <a:srgbClr val="F1F2F4"/>
          </a:solidFill>
          <a:ln w="9525">
            <a:solidFill>
              <a:srgbClr val="E0E3E7"/>
            </a:solidFill>
            <a:prstDash val="solid"/>
          </a:ln>
        </p:spPr>
      </p:sp>
      <p:sp>
        <p:nvSpPr>
          <p:cNvPr id="20" name="Text 18"/>
          <p:cNvSpPr/>
          <p:nvPr/>
        </p:nvSpPr>
        <p:spPr>
          <a:xfrm>
            <a:off x="658368" y="3246120"/>
            <a:ext cx="3972702" cy="530352"/>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썼다는데 파일이 비어 있다</a:t>
            </a:r>
            <a:endParaRPr lang="en-US" sz="1350" dirty="0"/>
          </a:p>
        </p:txBody>
      </p:sp>
      <p:sp>
        <p:nvSpPr>
          <p:cNvPr id="21" name="Text 19"/>
          <p:cNvSpPr/>
          <p:nvPr/>
        </p:nvSpPr>
        <p:spPr>
          <a:xfrm>
            <a:off x="4887102" y="3246120"/>
            <a:ext cx="6643482" cy="530352"/>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「대화창에 보여 주지 말고 파일로 저장해」</a:t>
            </a:r>
            <a:endParaRPr lang="en-US" sz="1350" dirty="0"/>
          </a:p>
        </p:txBody>
      </p:sp>
      <p:sp>
        <p:nvSpPr>
          <p:cNvPr id="22" name="Shape 20"/>
          <p:cNvSpPr/>
          <p:nvPr/>
        </p:nvSpPr>
        <p:spPr>
          <a:xfrm>
            <a:off x="530352" y="3776472"/>
            <a:ext cx="11128248" cy="530352"/>
          </a:xfrm>
          <a:prstGeom prst="rect">
            <a:avLst/>
          </a:prstGeom>
          <a:solidFill>
            <a:srgbClr val="FFFFFF"/>
          </a:solidFill>
          <a:ln w="9525">
            <a:solidFill>
              <a:srgbClr val="E0E3E7"/>
            </a:solidFill>
            <a:prstDash val="solid"/>
          </a:ln>
        </p:spPr>
      </p:sp>
      <p:sp>
        <p:nvSpPr>
          <p:cNvPr id="23" name="Text 21"/>
          <p:cNvSpPr/>
          <p:nvPr/>
        </p:nvSpPr>
        <p:spPr>
          <a:xfrm>
            <a:off x="658368" y="3776472"/>
            <a:ext cx="3972702" cy="530352"/>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교사 확인 필요가 나왔다</a:t>
            </a:r>
            <a:endParaRPr lang="en-US" sz="1350" dirty="0"/>
          </a:p>
        </p:txBody>
      </p:sp>
      <p:sp>
        <p:nvSpPr>
          <p:cNvPr id="24" name="Text 22"/>
          <p:cNvSpPr/>
          <p:nvPr/>
        </p:nvSpPr>
        <p:spPr>
          <a:xfrm>
            <a:off x="4887102" y="3776472"/>
            <a:ext cx="6643482" cy="530352"/>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손을 들고, 그동안 다른 기능 판정과 6항 후보를</a:t>
            </a:r>
            <a:endParaRPr lang="en-US" sz="1350" dirty="0"/>
          </a:p>
        </p:txBody>
      </p:sp>
      <p:sp>
        <p:nvSpPr>
          <p:cNvPr id="25" name="Shape 23"/>
          <p:cNvSpPr/>
          <p:nvPr/>
        </p:nvSpPr>
        <p:spPr>
          <a:xfrm>
            <a:off x="530352" y="4306824"/>
            <a:ext cx="11128248" cy="530352"/>
          </a:xfrm>
          <a:prstGeom prst="rect">
            <a:avLst/>
          </a:prstGeom>
          <a:solidFill>
            <a:srgbClr val="F1F2F4"/>
          </a:solidFill>
          <a:ln w="9525">
            <a:solidFill>
              <a:srgbClr val="E0E3E7"/>
            </a:solidFill>
            <a:prstDash val="solid"/>
          </a:ln>
        </p:spPr>
      </p:sp>
      <p:sp>
        <p:nvSpPr>
          <p:cNvPr id="26" name="Text 24"/>
          <p:cNvSpPr/>
          <p:nvPr/>
        </p:nvSpPr>
        <p:spPr>
          <a:xfrm>
            <a:off x="658368" y="4306824"/>
            <a:ext cx="3972702" cy="530352"/>
          </a:xfrm>
          <a:prstGeom prst="rect">
            <a:avLst/>
          </a:prstGeom>
          <a:noFill/>
          <a:ln/>
        </p:spPr>
        <p:txBody>
          <a:bodyPr wrap="square" lIns="0" tIns="0" rIns="0" bIns="0" rtlCol="0" anchor="ctr"/>
          <a:lstStyle/>
          <a:p>
            <a:pPr indent="0" marL="0">
              <a:buNone/>
            </a:pPr>
            <a:r>
              <a:rPr lang="en-US" sz="1350" b="1" dirty="0">
                <a:solidFill>
                  <a:srgbClr val="1B1D21"/>
                </a:solidFill>
                <a:latin typeface="IBM Plex Sans KR" pitchFamily="34" charset="0"/>
                <a:ea typeface="IBM Plex Sans KR" pitchFamily="34" charset="-122"/>
                <a:cs typeface="IBM Plex Sans KR" pitchFamily="34" charset="-120"/>
              </a:rPr>
              <a:t>FreeUsageLimitError · 429</a:t>
            </a:r>
            <a:endParaRPr lang="en-US" sz="1350" dirty="0"/>
          </a:p>
        </p:txBody>
      </p:sp>
      <p:sp>
        <p:nvSpPr>
          <p:cNvPr id="27" name="Text 25"/>
          <p:cNvSpPr/>
          <p:nvPr/>
        </p:nvSpPr>
        <p:spPr>
          <a:xfrm>
            <a:off x="4887102" y="4306824"/>
            <a:ext cx="6643482" cy="530352"/>
          </a:xfrm>
          <a:prstGeom prst="rect">
            <a:avLst/>
          </a:prstGeom>
          <a:noFill/>
          <a:ln/>
        </p:spPr>
        <p:txBody>
          <a:bodyPr wrap="square" lIns="0" tIns="0" rIns="0" bIns="0" rtlCol="0" anchor="ctr"/>
          <a:lstStyle/>
          <a:p>
            <a:pPr indent="0" marL="0">
              <a:buNone/>
            </a:pPr>
            <a:r>
              <a:rPr lang="en-US" sz="1350" dirty="0">
                <a:solidFill>
                  <a:srgbClr val="6C7078"/>
                </a:solidFill>
                <a:latin typeface="IBM Plex Sans KR" pitchFamily="34" charset="0"/>
                <a:ea typeface="IBM Plex Sans KR" pitchFamily="34" charset="-122"/>
                <a:cs typeface="IBM Plex Sans KR" pitchFamily="34" charset="-120"/>
              </a:rPr>
              <a:t>1~2분 기다렸다 같은 요청 · 그동안 8항</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D21"/>
        </a:solidFill>
      </p:bgPr>
    </p:bg>
    <p:spTree>
      <p:nvGrpSpPr>
        <p:cNvPr id="1" name=""/>
        <p:cNvGrpSpPr/>
        <p:nvPr/>
      </p:nvGrpSpPr>
      <p:grpSpPr>
        <a:xfrm>
          <a:off x="0" y="0"/>
          <a:ext cx="0" cy="0"/>
          <a:chOff x="0" y="0"/>
          <a:chExt cx="0" cy="0"/>
        </a:xfrm>
      </p:grpSpPr>
      <p:sp>
        <p:nvSpPr>
          <p:cNvPr id="2" name="Shape 0"/>
          <p:cNvSpPr/>
          <p:nvPr/>
        </p:nvSpPr>
        <p:spPr>
          <a:xfrm>
            <a:off x="0" y="0"/>
            <a:ext cx="209398" cy="6858000"/>
          </a:xfrm>
          <a:prstGeom prst="rect">
            <a:avLst/>
          </a:prstGeom>
          <a:solidFill>
            <a:srgbClr val="FF5C00"/>
          </a:solidFill>
          <a:ln/>
        </p:spPr>
      </p:sp>
      <p:sp>
        <p:nvSpPr>
          <p:cNvPr id="3" name="Text 1"/>
          <p:cNvSpPr/>
          <p:nvPr/>
        </p:nvSpPr>
        <p:spPr>
          <a:xfrm>
            <a:off x="530352" y="1417320"/>
            <a:ext cx="9144000" cy="274320"/>
          </a:xfrm>
          <a:prstGeom prst="rect">
            <a:avLst/>
          </a:prstGeom>
          <a:noFill/>
          <a:ln/>
        </p:spPr>
        <p:txBody>
          <a:bodyPr wrap="square" lIns="0" tIns="0" rIns="0" bIns="0" rtlCol="0" anchor="ctr"/>
          <a:lstStyle/>
          <a:p>
            <a:pPr indent="0" marL="0">
              <a:buNone/>
            </a:pPr>
            <a:r>
              <a:rPr lang="en-US" sz="1200" b="1" spc="100" kern="0" dirty="0">
                <a:solidFill>
                  <a:srgbClr val="6C7078"/>
                </a:solidFill>
                <a:latin typeface="IBM Plex Sans KR" pitchFamily="34" charset="0"/>
                <a:ea typeface="IBM Plex Sans KR" pitchFamily="34" charset="-122"/>
                <a:cs typeface="IBM Plex Sans KR" pitchFamily="34" charset="-120"/>
              </a:rPr>
              <a:t>다음 차시 · 10-1</a:t>
            </a:r>
            <a:endParaRPr lang="en-US" sz="1200" dirty="0"/>
          </a:p>
        </p:txBody>
      </p:sp>
      <p:sp>
        <p:nvSpPr>
          <p:cNvPr id="4" name="Text 2"/>
          <p:cNvSpPr/>
          <p:nvPr/>
        </p:nvSpPr>
        <p:spPr>
          <a:xfrm>
            <a:off x="530352" y="1828800"/>
            <a:ext cx="10424160" cy="1920240"/>
          </a:xfrm>
          <a:prstGeom prst="rect">
            <a:avLst/>
          </a:prstGeom>
          <a:noFill/>
          <a:ln/>
        </p:spPr>
        <p:txBody>
          <a:bodyPr wrap="square" lIns="0" tIns="0" rIns="0" bIns="0" rtlCol="0" anchor="ctr"/>
          <a:lstStyle/>
          <a:p>
            <a:pPr indent="0" marL="0">
              <a:buNone/>
            </a:pPr>
            <a:r>
              <a:rPr lang="en-US" sz="3800" b="1" dirty="0">
                <a:solidFill>
                  <a:srgbClr val="FFFFFF"/>
                </a:solidFill>
                <a:latin typeface="IBM Plex Sans KR" pitchFamily="34" charset="0"/>
                <a:ea typeface="IBM Plex Sans KR" pitchFamily="34" charset="-122"/>
                <a:cs typeface="IBM Plex Sans KR" pitchFamily="34" charset="-120"/>
              </a:rPr>
              <a:t>10회에 가져갈</a:t>
            </a:r>
            <a:endParaRPr lang="en-US" sz="3800" dirty="0"/>
          </a:p>
          <a:p>
            <a:pPr indent="0" marL="0">
              <a:buNone/>
            </a:pPr>
            <a:r>
              <a:rPr lang="en-US" sz="3800" b="1" dirty="0">
                <a:solidFill>
                  <a:srgbClr val="FFFFFF"/>
                </a:solidFill>
                <a:latin typeface="IBM Plex Sans KR" pitchFamily="34" charset="0"/>
                <a:ea typeface="IBM Plex Sans KR" pitchFamily="34" charset="-122"/>
                <a:cs typeface="IBM Plex Sans KR" pitchFamily="34" charset="-120"/>
              </a:rPr>
              <a:t>개발 계획이 완성됐다</a:t>
            </a:r>
            <a:endParaRPr lang="en-US" sz="3800" dirty="0"/>
          </a:p>
        </p:txBody>
      </p:sp>
      <p:sp>
        <p:nvSpPr>
          <p:cNvPr id="5" name="Text 3"/>
          <p:cNvSpPr/>
          <p:nvPr/>
        </p:nvSpPr>
        <p:spPr>
          <a:xfrm>
            <a:off x="530352" y="3794760"/>
            <a:ext cx="9966960" cy="1737360"/>
          </a:xfrm>
          <a:prstGeom prst="rect">
            <a:avLst/>
          </a:prstGeom>
          <a:noFill/>
          <a:ln/>
        </p:spPr>
        <p:txBody>
          <a:bodyPr wrap="square" lIns="0" tIns="0" rIns="0" bIns="0" rtlCol="0" anchor="ctr"/>
          <a:lstStyle/>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다음 시간부터 만듭니다.</a:t>
            </a:r>
            <a:endParaRPr lang="en-US" sz="1900" dirty="0"/>
          </a:p>
          <a:p>
            <a:pPr indent="0" marL="0">
              <a:lnSpc>
                <a:spcPts val="3200"/>
              </a:lnSpc>
              <a:buNone/>
            </a:pPr>
            <a:r>
              <a:rPr lang="en-US" sz="1900" dirty="0">
                <a:solidFill>
                  <a:srgbClr val="A7ACB3"/>
                </a:solidFill>
                <a:latin typeface="IBM Plex Sans KR" pitchFamily="34" charset="0"/>
                <a:ea typeface="IBM Plex Sans KR" pitchFamily="34" charset="-122"/>
                <a:cs typeface="IBM Plex Sans KR" pitchFamily="34" charset="-120"/>
              </a:rPr>
              <a:t>먼저 버튼과 서버가 주고받는 요청과 응답을 봅니다.</a:t>
            </a:r>
            <a:endParaRPr lang="en-US" sz="1900" dirty="0"/>
          </a:p>
        </p:txBody>
      </p:sp>
      <p:sp>
        <p:nvSpPr>
          <p:cNvPr id="6" name="Text 4"/>
          <p:cNvSpPr/>
          <p:nvPr/>
        </p:nvSpPr>
        <p:spPr>
          <a:xfrm>
            <a:off x="530352" y="6327648"/>
            <a:ext cx="7315200" cy="210312"/>
          </a:xfrm>
          <a:prstGeom prst="rect">
            <a:avLst/>
          </a:prstGeom>
          <a:noFill/>
          <a:ln/>
        </p:spPr>
        <p:txBody>
          <a:bodyPr wrap="square" lIns="0" tIns="0" rIns="0" bIns="0" rtlCol="0" anchor="ctr"/>
          <a:lstStyle/>
          <a:p>
            <a:pPr indent="0" marL="0">
              <a:buNone/>
            </a:pPr>
            <a:r>
              <a:rPr lang="en-US" sz="900" dirty="0">
                <a:solidFill>
                  <a:srgbClr val="6C7078"/>
                </a:solidFill>
                <a:latin typeface="IBM Plex Sans KR" pitchFamily="34" charset="0"/>
                <a:ea typeface="IBM Plex Sans KR" pitchFamily="34" charset="-122"/>
                <a:cs typeface="IBM Plex Sans KR" pitchFamily="34" charset="-120"/>
              </a:rPr>
              <a:t>교과서 9-2 · 12쪽</a:t>
            </a:r>
            <a:endParaRPr lang="en-US" sz="900" dirty="0"/>
          </a:p>
        </p:txBody>
      </p:sp>
      <p:sp>
        <p:nvSpPr>
          <p:cNvPr id="7" name="Text 5"/>
          <p:cNvSpPr/>
          <p:nvPr/>
        </p:nvSpPr>
        <p:spPr>
          <a:xfrm>
            <a:off x="11201400" y="6327648"/>
            <a:ext cx="438912" cy="210312"/>
          </a:xfrm>
          <a:prstGeom prst="rect">
            <a:avLst/>
          </a:prstGeom>
          <a:noFill/>
          <a:ln/>
        </p:spPr>
        <p:txBody>
          <a:bodyPr wrap="square" lIns="0" tIns="0" rIns="0" bIns="0" rtlCol="0" anchor="ctr"/>
          <a:lstStyle/>
          <a:p>
            <a:pPr algn="r" indent="0" marL="0">
              <a:buNone/>
            </a:pPr>
            <a:r>
              <a:rPr lang="en-US" sz="900" dirty="0">
                <a:solidFill>
                  <a:srgbClr val="6C7078"/>
                </a:solidFill>
                <a:latin typeface="IBM Plex Mono" pitchFamily="34" charset="0"/>
                <a:ea typeface="IBM Plex Mono" pitchFamily="34" charset="-122"/>
                <a:cs typeface="IBM Plex Mono"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2026-10-29T06:43:53Z</dcterms:created>
  <dcterms:modified xsi:type="dcterms:W3CDTF">2026-10-29T06:43:53Z</dcterms:modified>
</cp:coreProperties>
</file>