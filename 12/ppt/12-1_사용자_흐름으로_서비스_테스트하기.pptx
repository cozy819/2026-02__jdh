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[시간 계획 — 학생 화면에는 표시하지 않는다]
0–4분 도입(뭐부터 눌러야 돼?) · 4–14분 테스트란·다섯 시나리오 · 14–20분 준비와 1항 · 20–24분 AI에게 시나리오 초안 · 24–34분 2항·3항 예상 쓰기 · 34–38분 판정과 SQLite Viewer · 38–42분 처음 방문 짝 시험 · 42–45분 정리
12-1과 12-2는 같은 날 이어서 한다. 밀리면 오해·확인 문제(교과서 17~18쪽)를 12-2 시작 전 쉬는 시간으로 돌린다. 2항 예상 쓰기 10분은 줄이지 않는다.
[0–1분] 표지
10회부터 만든 내 서비스가 11회에 기록을 저장하고 다시 불러오게 됐다. 12회 두 시간은 새 기능을 만들지 않는다.
오늘은 처음 쓰는 사람처럼 써 볼 준비를 한다. 써 보기 전에 서비스가 어떻게 반응해야 하는지부터 적는다.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[1–4분] 도입 — 이거 뭐부터 눌러야 돼?
친구에게 내 서비스를 보여 준다고 해 보자. 친구가 화면을 한참 보다가 묻는다. 「이거 뭐부터 눌러야 돼?」
내가 옆에서 「거기 칸에 쓰고 아래 버튼 누르면 돼」라고 말해 주면 그제야 쓴다. 그런데 내가 옆에 없으면?
(그림을 가리키며) 이 손이 처음 온 사용자다. 만든 사람은 어디를 눌러야 하는지 이미 알아서, 이게 어렵다는 걸 알아차리지 못한다.
오늘은 이 질문을 시험해 볼 수 있는 문장으로 바꾼다. 실제로 끝까지 실행하는 건 다음 시간이고, 오늘은 마지막에 한 가지만 짝과 해 본다.
[예상 질문] Q. 테스트 코드 짜요? A. 아니다. 사람이 직접 화면을 보고 누른다. 필요한 건 브라우저와 12_test_record.md 하나.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[4–6분] 테스트란
11-2에서 기록이 저장되는 걸 한 번 봤다. 그런데 기능 하나가 한 번 작동한 것과 사용자가 흐름을 끝까지 마칠 수 있는 건 다르다.
저장은 잘 되는데 안내가 없어서 처음 온 사람이 버튼을 못 찾으면, 그 사람한테 이 서비스는 안 되는 서비스다.
분식집 사장님이 개업 전날 가족을 손님처럼 앉혀서 주문부터 계산까지 해 보게 한다. 메뉴판이 안 보이는 자리, 계산대가 헷갈리는 곳이 그때 드러난다. 이게 사용자 흐름 테스트다.
교과서 4쪽에 정의가 있다. 시작 상태 · 행동 · 예상한 반응을 먼저 적고, 해 본 결과와 비교해 통과 · 실패 · 확인 필요로 판정한다.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[6–9분] 예상 먼저
다섯 단계다. (가운데 초록 카드를 가리키며) 3번, 예상한 반응을 실행하기 전에 적는 게 제일 중요하다.
실행해 보고 나서 적으면 화면에 나온 걸 그대로 옮겨 쓰게 된다. 그러면 모든 줄이 통과다. 아무것도 확인 안 한 기록이 된다.
3-1에서 코드를 실행하기 전에 결과를 예상하고 실행한 뒤 비교했다. 대상이 코드에서 사용자가 겪는 화면으로 바뀌었을 뿐 순서는 같다.
실패한 줄은 지우거나 고쳐 쓰지 않는다. 실패가 하나도 없는 기록은 대개 제대로 시험 안 한 기록이다.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[9–12분] 다섯 시나리오
9회에 정한 흐름을 그대로 한 번 해 보는 것만으로는 부족하다. 처음 온 사람, 실수한 사람, 같은 걸 여러 번 하는 사람, 다음 날 다시 온 사람은 같은 서비스에서 서로 다른 일을 겪는다.
이렇게 나눈 상황 하나하나를 시나리오라고 한다.
오른쪽 칸을 봐라. 새로 만들 게 없다. 9회 개발 계획의 2·3·4항에 이미 다 있다. 그걸 상황별 질문으로 바꾸기만 하면 된다.
[예상 질문] Q. 같은 행동 반복은 왜 따로 봐요? A. 두 번째 기록이 첫 번째를 덮어쓰거나 두 줄로 생기는 일이 자주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[12–14분] 새로고침과 다시 방문
마지막 시나리오에는 행동이 두 개 들어 있다. 새로고침은 F5, 서비스는 켜진 채로 화면만 다시 받아 온다. 다시 방문은 서비스를 껐다 켜고 새 탭에서 연다.
11-2에서 본 것처럼 기록이 data/app.db에 들어가 있어야 다시 켠 뒤에도 남는다.
1부터 100까지처럼 범위가 분명한 서비스만 양식 4항 선택 테스트를 더 한다. 없으면 「해당 없음」. 다섯 시나리오가 먼저다.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[14–17분] 준비
10회부터 쓰는 10 폴더 그대로다. 13회까지 쓰는 내 서비스 프로젝트다. 파일 → 폴더 열기로 10 폴더 자체를 연다.
터미널은 두 개. 첫 번째에서 npm run dev, Ready가 보이면 브라우저로 localhost:3000. 터미널 오른쪽 위 +로 하나 더 열어서 opencode. 실행 중인 터미널에서 OpenCode를 켜지 않는다.
테스트 기록 양식은 처음 받은 프로젝트에 이미 docs/12_test_record.md로 들어 있다. 새로 만들지 않는다.
시험할 때 넣은 값은 data/app.db에 남고, 이 파일은 다음 시간에 만드는 제출 ZIP에도 들어간다. 그래서 실제 이름이나 친구 전화번호는 쓰지 않는다.
[진행 메모] 12_test_record.md가 없는 학생은 교과서 20쪽 첫 줄대로 10_student_files.zip에서 그 파일 하나만 복사한다.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[17–20분] 1항 채우기
맨 위에 학생 ID · 이름 · 서비스 이름 · 날짜. 그다음 1. 테스트할 사용자 흐름 일곱 줄.
새로 생각할 필요 없다. 9회에 확정한 개발 계획에 다 있다. 측면에서 열기로 나란히 놓고 옮긴다.
11회에 실제로 저장하게 된 기록이 계획과 다르면 계획 말고 지금 서비스가 저장하는 걸 적는다.
[진행 메모] 09_development_plan.md가 docs에 없는 학생은 10-2에서 복사를 안 한 것이다. 09 폴더에서 복사해 오게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[20–24분] AI에게 시나리오 초안
2항을 채우기 전에 OpenCode에게 초안을 받는다. AI는 PRD와 계획을 읽고 빠뜨리기 쉬운 상황을 짚어 줄 수 있다.
결과는 대화창에만 받는다. docs 안의 문서는 내가 쓰는 파일이다. AGENTS.md에도 AI는 docs를 고치지 않는다고 적혀 있다.
요청문의 네 부분 — 읽을 파일, 할 일, 결과를 둘 곳, 하지 말 것 — 을 확인하고 보낸다.
AI가 「로그인한다」처럼 계획에 없는 행동을 넣거나, 없는 기능을 시험하라고 하면 버린다. 쓸 만한 줄도 내 서비스의 실제 버튼 이름과 문구로 바꿔 적는다.
[진행 메모] FreeUsageLimitError가 나면 1~2분 기다리게 하고, 그동안 처음 방문 줄부터 직접 쓰게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[24–27분] 예상 쓰는 법
2. 사용자 시나리오별 결과 표에서 오늘 채우는 건 앞 세 칸, 시작 상태 · 사용자가 한 행동 · 예상한 서비스 반응이다. 실제 결과와 판정은 비워 둔다.
(왼쪽 카드를 가리키며) 가장 흔한 실수가 「잘 된다」다. 화면에 뭐가 보이는지 알 수 없으니 나중에 비교를 못 한다.
(오른쪽 카드를 가리키며) 이렇게 화면에 보일 글자와 변화를 쓴다.
시작 상태도 「첫 화면」보다 「새로 켜고 첫 화면, 목록에 할 일 2개」처럼 기록이 몇 개인지까지. 다음 시간에 같은 상태로 다시 시험할 때 이 칸을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[27–31분] 예시를 옆에 두고 쓴다
9회에 본 할 일 정리 서비스로 채운 2항이다. 행동에는 실제로 입력할 값까지, 예상에는 화면에 보일 글자와 변화를 적었다.
이 표를 옆에 두고 내 서비스로 다섯 줄을 쓴다. 칸마다 이만큼 구체적인지 비교한다.
[진행 메모] 한 바퀴 돌면서 예상 칸에 「잘 된다」 「저장된다」만 있는 학생을 찾아 「화면에 뭐가 보여?」라고 묻는다.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[31–34분] 3항
2항의 대표 정상 흐름은 한 줄이라 중간 어디서 어긋났는지 알기 어렵다. 그래서 3. 대표 정상 흐름 단계별 확인에서 같은 흐름을 단계로 나눠 다시 적는다.
계획 3항 표와 칸이 거의 같다. 앞 세 칸과 서비스의 반응을 옮기고, 서비스의 반응은 화면에 보일 글자로 다듬는다.
기록이 생기는 단계에는 SQLite Viewer의 줄이 하나 늘어난다는 것까지 예상에 적는다. 그래야 다음 시간에 실행할 때 화면과 표를 같이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[34–36분] 판정
실행한 뒤에는 실제 결과 칸에 화면에 보인 걸 적고 판정 칸에 셋 중 하나만 남긴다.
제일 헷갈리는 게 확인 필요다. 통과인지 실패인지 지금 판단할 수 없을 때. 화면엔 보였는데 SQLite Viewer를 아직 안 봤다, 두 번 중 한 번만 됐다 같은 경우.
확인 필요로 남긴 줄에는 다음에 무엇을 더 보면 판정할 수 있는지 한마디 적는다.
「목록엔 생겼는데 입력칸이 안 비워졌다」는 실패다. 절반만 맞으면 실패. 어디까지 맞고 어디가 달랐는지 실제 결과에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[36–38분] 화면과 SQLite Viewer
기록이 걸린 시나리오는 화면만 보고 통과를 주지 않는다. 화면의 목록이 정말 data/app.db에서 불러온 건지, 잠깐 화면에만 남은 건지는 화면만 봐서는 구별이 안 된다.
11-2에서 한 것처럼 SQLite Viewer로 표를 연다. 줄 수를 세고, 가장 최근 기록의 값이 같은지 본다.
(아래 표를 가리키며) 셋째 줄이 중요하다. 화면에는 없는데 표에는 있으면 저장은 된 거다. 다시 불러오는 쪽이 문제다. 이걸 알면 AI에게 범위를 좁혀 말할 수 있다. 다음 시간에 쓴다.
SQLite Viewer에서 값을 고치거나 지우지 않는다. 새 기록이 안 보이면 탭을 닫고 다시 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[38–42분] 처음 방문 짝 시험
오늘 실제로 시험하는 건 처음 방문 하나다. 만든 사람은 이미 알아서 막히는 곳을 못 본다. 그래서 내 서비스를 처음 보는 짝이 한다.
새 탭에 localhost:3000을 열어 둔 채 자리를 바꾼다. 짝은 화면을 읽고 처음 하려는 걸 소리 내어 말한다. 만든 사람은 말하지 않고 손가락으로 가리키지도 않는다.
짝이 머뭇거린 곳, 처음 누르려던 곳을 처음 방문 줄 실제 결과에 적고 판정한다. 한 사람 2분, 바꿔서 2분.
짝이 버튼을 바로 못 찾았으면 서비스가 망가진 게 아니라 안내가 부족한 곳을 찾은 거다. 오늘의 수확이다.
[진행 메모] 인원이 홀수면 한 조는 셋이 돌아가며 한다. 시간을 재서 2분마다 바꾸라고 말해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[42–43분] 오해와 확인
(주황 테두리를 가리키며) 첫 번째 오해가 제일 위험하다. 다음 시간에 실행할 때 기록 전체를 쓸모없게 만든다. 지금 2항 예상 칸을 다시 보고, 실행 결과처럼 쓴 줄이 없는지 본다.
교과서 18쪽 확인 문제 세 개. 답을 먼저 말하고 해설을 연다.
[진행 메모] 시간이 밀리면 확인 문제는 쉬는 시간에 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[43–44분] 막힐 때
교과서 20쪽 표에서 내 상황과 같은 줄을 찾는다.
data/app.db가 없는 학생은 11회 저장 연결이 안 된 것이다. 오늘은 기록 관련 줄을 확인 필요로 두게 하고, 12-2 시작 전에 11회 진행 상태를 같이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[44–45분] 마무리
남길 것: 테스트는 처음 쓰는 사람처럼 끝까지 써 보며 예상과 실제를 비교하는 일. 시나리오 다섯 가지. 예상은 실행 전에, 화면에 보일 글자로. 기록이 걸린 줄은 화면과 SQLite Viewer를 같이 본다.
12_test_record.md를 Ctrl+S로 저장했는지 확인한다. 다음 시간에 같은 파일을 들고 실행한다. 서비스는 켜 둔 채로 쉬어도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12회 · 첫째 차시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 흐름으로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서비스 테스트하기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30352" y="365760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 기능을 만들지 않습니다.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써 보기 전에 서비스가 어떻게 반응해야 하는지부터 적습니다.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1쪽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만든 사람은 이미 알아서, 어렵다는 걸 모른다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2–3쪽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00" dirty="0"/>
          </a:p>
        </p:txBody>
      </p:sp>
      <p:pic>
        <p:nvPicPr>
          <p:cNvPr id="9" name="Image 0" descr="/Users/cozy/Library/Mobile Documents/com~apple~CloudDocs/Obsidian Vault/31 장대현중고등학교/02 26.07. 정보와 디지털 문해력/11 수업구성/교과서_배포/assets/img/12-1-01-where-do-i-p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9436" y="1737360"/>
            <a:ext cx="6990080" cy="3931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30352" y="5742432"/>
            <a:ext cx="11128248" cy="457200"/>
          </a:xfrm>
          <a:prstGeom prst="roundRect">
            <a:avLst>
              <a:gd name="adj" fmla="val 44000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5742432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설명 없이도 시작하고, 결과를 얻고, 다시 시도할 수 있을까?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 번 작동한 것과 끝까지 쓸 수 있는 것은 다르다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4쪽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5417820" cy="2103120"/>
          </a:xfrm>
          <a:prstGeom prst="roundRect">
            <a:avLst>
              <a:gd name="adj" fmla="val 239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11-2에서 확인한 것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3232" y="2441448"/>
            <a:ext cx="50520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기록이 저장된다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켜도 보인다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 기능 하나가 한 번 작동했다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40780" y="1783080"/>
            <a:ext cx="5417820" cy="2103120"/>
          </a:xfrm>
          <a:prstGeom prst="roundRect">
            <a:avLst>
              <a:gd name="adj" fmla="val 2391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3660" y="19476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 확인할 것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23660" y="2441448"/>
            <a:ext cx="50520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처음 온 사람이 버튼을 찾는가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실수해도 다시 할 수 있는가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 사용자가 흐름을 끝까지 마치는가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30352" y="41605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1605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개업 전날 · 가족을 손님처럼 앉혀 주문부터 계산까지 해 보게 한다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30352" y="48463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8463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만든 사람이 처음 온 사용자인 척 · 미리 적은 예상과 실제 화면을 맞춘다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예상한 반응은 실행하기 전에 적는다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5쪽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2050085" cy="2194560"/>
          </a:xfrm>
          <a:prstGeom prst="roundRect">
            <a:avLst>
              <a:gd name="adj" fmla="val 245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16843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368296"/>
            <a:ext cx="16843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시작 상태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2862072"/>
            <a:ext cx="1684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어느 화면 ·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기록 몇 개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799893" y="1783080"/>
            <a:ext cx="2050085" cy="2194560"/>
          </a:xfrm>
          <a:prstGeom prst="roundRect">
            <a:avLst>
              <a:gd name="adj" fmla="val 245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2773" y="1947672"/>
            <a:ext cx="16843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82773" y="2368296"/>
            <a:ext cx="16843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행동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982773" y="2862072"/>
            <a:ext cx="1684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무엇을 쓰고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무엇을 누르나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69434" y="1783080"/>
            <a:ext cx="2050085" cy="2194560"/>
          </a:xfrm>
          <a:prstGeom prst="roundRect">
            <a:avLst>
              <a:gd name="adj" fmla="val 2453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2314" y="1947672"/>
            <a:ext cx="16843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52314" y="2368296"/>
            <a:ext cx="16843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예상한 반응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252314" y="2862072"/>
            <a:ext cx="1684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화면에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무엇이 보여야 하나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338974" y="1783080"/>
            <a:ext cx="2050085" cy="2194560"/>
          </a:xfrm>
          <a:prstGeom prst="roundRect">
            <a:avLst>
              <a:gd name="adj" fmla="val 245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21854" y="1947672"/>
            <a:ext cx="16843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21854" y="2368296"/>
            <a:ext cx="16843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521854" y="2862072"/>
            <a:ext cx="1684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처음 쓰는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사람처럼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608515" y="1783080"/>
            <a:ext cx="2050085" cy="2194560"/>
          </a:xfrm>
          <a:prstGeom prst="roundRect">
            <a:avLst>
              <a:gd name="adj" fmla="val 245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91395" y="1947672"/>
            <a:ext cx="16843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791395" y="2368296"/>
            <a:ext cx="16843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비교·판정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791395" y="2862072"/>
            <a:ext cx="1684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예상과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실제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30352" y="42519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2519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실행한 뒤에 예상을 적으면 · 모든 줄이 「통과」 · 아무것도 확인하지 못한다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30352" y="49377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9377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실패도 결과다 · 13회에 무엇부터 고칠지 알려 준다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흐름을 다섯 가지 상황으로 나누어 시험한다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6쪽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267078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783080"/>
            <a:ext cx="24147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시나리오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1132" y="1783080"/>
            <a:ext cx="623181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3329148" y="1783080"/>
            <a:ext cx="59757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확인할 질문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432950" y="1783080"/>
            <a:ext cx="222565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9560966" y="1783080"/>
            <a:ext cx="19696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9회 계획에서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" y="2185416"/>
            <a:ext cx="11128248" cy="56692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185416"/>
            <a:ext cx="24147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처음 방문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29148" y="2185416"/>
            <a:ext cx="59757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설명 없이도 무엇을 하는 서비스인지, 무엇부터 할지 아는가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560966" y="2185416"/>
            <a:ext cx="1969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2항 시작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0352" y="2752344"/>
            <a:ext cx="1112824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752344"/>
            <a:ext cx="24147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 정상 흐름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9148" y="2752344"/>
            <a:ext cx="59757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정한 순서대로 해서 핵심 결과에 도달하는가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60966" y="2752344"/>
            <a:ext cx="1969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3항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0352" y="3319272"/>
            <a:ext cx="11128248" cy="56692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319272"/>
            <a:ext cx="24147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예외 뒤 다시 시도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29148" y="3319272"/>
            <a:ext cx="59757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잘못했을 때 이유를 알고, 고쳐서 정상 결과까지 가는가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560966" y="3319272"/>
            <a:ext cx="1969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4항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30352" y="3886200"/>
            <a:ext cx="1112824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886200"/>
            <a:ext cx="24147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같은 행동 반복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29148" y="3886200"/>
            <a:ext cx="59757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두 번, 세 번 해도 앞의 기록이 엉키지 않는가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560966" y="3886200"/>
            <a:ext cx="1969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3항 기록 단계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0352" y="4453128"/>
            <a:ext cx="11128248" cy="56692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453128"/>
            <a:ext cx="24147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새로고침·다시 방문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329148" y="4453128"/>
            <a:ext cx="59757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새로고침하거나 다시 켜도 기록이 남는가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560966" y="4453128"/>
            <a:ext cx="1969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3항 다시 보기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30352" y="51206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1206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12_test_record.md 2항 표에 다섯 줄이 미리 적혀 있다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새로고침과 다시 방문은 다르다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7쪽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5417820" cy="2514600"/>
          </a:xfrm>
          <a:prstGeom prst="roundRect">
            <a:avLst>
              <a:gd name="adj" fmla="val 200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새로고침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3232" y="2496312"/>
            <a:ext cx="50520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브라우저에서 F5</a:t>
            </a:r>
            <a:endParaRPr lang="en-US" sz="1500" dirty="0"/>
          </a:p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서비스는 켜진 채로</a:t>
            </a:r>
            <a:endParaRPr lang="en-US" sz="1500" dirty="0"/>
          </a:p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화면만 다시 그린다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40780" y="1783080"/>
            <a:ext cx="5417820" cy="2514600"/>
          </a:xfrm>
          <a:prstGeom prst="roundRect">
            <a:avLst>
              <a:gd name="adj" fmla="val 2000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3660" y="19476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방문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23660" y="2496312"/>
            <a:ext cx="50520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npm run dev 터미널에서 Ctrl+C</a:t>
            </a:r>
            <a:endParaRPr lang="en-US" sz="1500" dirty="0"/>
          </a:p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npm run dev로 다시 켠다</a:t>
            </a:r>
            <a:endParaRPr lang="en-US" sz="1500" dirty="0"/>
          </a:p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 탭에서 localhost:3000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30352" y="45262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262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기록이 SQLite 파일에 있어야 다시 켠 뒤에도 남는다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30352" y="52120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2120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숫자 범위·글자 수 제한이 있는 서비스만 · 4. 선택 테스트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 폴더를 열고 서비스를 켠다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8쪽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5417820" cy="1417320"/>
          </a:xfrm>
          <a:prstGeom prst="roundRect">
            <a:avLst>
              <a:gd name="adj" fmla="val 3226"/>
            </a:avLst>
          </a:prstGeom>
          <a:solidFill>
            <a:srgbClr val="24272C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1911096"/>
            <a:ext cx="49423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터미널 1 · 서비스를 켜 둔다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68096" y="2185416"/>
            <a:ext cx="49423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20"/>
              </a:lnSpc>
              <a:buNone/>
            </a:pPr>
            <a:r>
              <a:rPr lang="en-US" sz="16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PS …\10&gt; npm run dev</a:t>
            </a:r>
            <a:endParaRPr lang="en-US" sz="1600" dirty="0"/>
          </a:p>
          <a:p>
            <a:pPr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9BD3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✓ Ready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0780" y="1783080"/>
            <a:ext cx="5417820" cy="1417320"/>
          </a:xfrm>
          <a:prstGeom prst="roundRect">
            <a:avLst>
              <a:gd name="adj" fmla="val 3226"/>
            </a:avLst>
          </a:prstGeom>
          <a:solidFill>
            <a:srgbClr val="24272C"/>
          </a:solidFill>
          <a:ln/>
        </p:spPr>
      </p:sp>
      <p:sp>
        <p:nvSpPr>
          <p:cNvPr id="14" name="Text 12"/>
          <p:cNvSpPr/>
          <p:nvPr/>
        </p:nvSpPr>
        <p:spPr>
          <a:xfrm>
            <a:off x="6478524" y="1911096"/>
            <a:ext cx="49423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터미널 2 · + 로 하나 더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78524" y="2185416"/>
            <a:ext cx="49423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20"/>
              </a:lnSpc>
              <a:buNone/>
            </a:pPr>
            <a:r>
              <a:rPr lang="en-US" sz="16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PS …\10&gt; opencode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0352" y="3429000"/>
            <a:ext cx="11128248" cy="1371600"/>
          </a:xfrm>
          <a:prstGeom prst="roundRect">
            <a:avLst>
              <a:gd name="adj" fmla="val 3667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593592"/>
            <a:ext cx="10762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그리고 연다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13232" y="3959352"/>
            <a:ext cx="10762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브라우저 http://localhost:3000 · VS Code 탐색기 docs → 12_test_record.md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0352" y="502920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02920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시험에 쓰는 값은 꾸며 낸 값으로 · 「테스트1」 「수학 숙제」 · 실제 이름·전화번호는 쓰지 않는다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1항은 09_development_plan.md에서 옮겨 온다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9쪽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467386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783080"/>
            <a:ext cx="441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12_test_record.md · 1항의 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04216" y="1783080"/>
            <a:ext cx="645438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5332232" y="1783080"/>
            <a:ext cx="6198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09_development_plan.md에서 찾는 곳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218541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185416"/>
            <a:ext cx="441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흐름의 시작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332232" y="2185416"/>
            <a:ext cx="6198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2항 「시작」 · 3항 1단계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30352" y="264261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642616"/>
            <a:ext cx="441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사용자의 핵심 행동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332232" y="2642616"/>
            <a:ext cx="6198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3항 「사용자의 행동」 중 결과를 만드는 것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30352" y="309981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099816"/>
            <a:ext cx="441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사용자가 확인할 핵심 결과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332232" y="3099816"/>
            <a:ext cx="6198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3항 「서비스의 반응」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30352" y="355701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557016"/>
            <a:ext cx="441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핵심 예외 상황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332232" y="3557016"/>
            <a:ext cx="6198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4항 「입력 또는 상황」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30352" y="401421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014216"/>
            <a:ext cx="441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저장할 핵심 기록 · 기록이 생기는 행동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332232" y="4014216"/>
            <a:ext cx="6198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3항 「이어지거나 저장되는 정보」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30352" y="447141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471416"/>
            <a:ext cx="441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저장된 기록을 다시 보는 순간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332232" y="4471416"/>
            <a:ext cx="6198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3항 마지막 단계 · 2항 「완료」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30352" y="50749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0749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09_development_plan.md 오른쪽 클릭 → 측면에서 열기 · 두 파일을 나란히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AI에게 시나리오 초안을 대화창에 받는다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10쪽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267078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783080"/>
            <a:ext cx="24147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요청에 들어 있는 것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1132" y="1783080"/>
            <a:ext cx="8457468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3329148" y="1783080"/>
            <a:ext cx="82014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2185416"/>
            <a:ext cx="11128248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185416"/>
            <a:ext cx="2414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읽을 파일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29148" y="2185416"/>
            <a:ext cx="82014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docs/PRD.md · docs/09_development_plan.md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0352" y="2660904"/>
            <a:ext cx="1112824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660904"/>
            <a:ext cx="2414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할 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29148" y="2660904"/>
            <a:ext cx="82014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다섯 시나리오마다 시작 상태 · 행동 · 보여야 할 반응 한 줄씩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0352" y="3136392"/>
            <a:ext cx="11128248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136392"/>
            <a:ext cx="2414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결과를 둘 곳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9148" y="3136392"/>
            <a:ext cx="82014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대화창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0352" y="3611880"/>
            <a:ext cx="1112824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611880"/>
            <a:ext cx="2414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하지 말 것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29148" y="3611880"/>
            <a:ext cx="82014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파일 만들기·고치기 · 코드 · 자동 테스트 · 공격 방법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30352" y="41605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1605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요청문은 교과서 10쪽에서 복사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30352" y="48463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8463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고르는 것은 내가 · 계획에 없는 행동은 버리고, 실제 버튼 이름으로 바꿔 적는다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2항 앞 세 칸 · 예상에는 화면에 보일 것을 쓴다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11쪽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5417820" cy="2926080"/>
          </a:xfrm>
          <a:prstGeom prst="roundRect">
            <a:avLst>
              <a:gd name="adj" fmla="val 1719"/>
            </a:avLst>
          </a:prstGeom>
          <a:solidFill>
            <a:srgbClr val="FFF1E8"/>
          </a:solidFill>
          <a:ln w="12700">
            <a:solidFill>
              <a:srgbClr val="C24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4A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비교할 수 없다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3232" y="2496312"/>
            <a:ext cx="50520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잘 된다</a:t>
            </a:r>
            <a:endParaRPr lang="en-US" sz="1500" dirty="0"/>
          </a:p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저장된다</a:t>
            </a:r>
            <a:endParaRPr lang="en-US" sz="1500" dirty="0"/>
          </a:p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오류가 안 난다</a:t>
            </a:r>
            <a:endParaRPr lang="en-US" sz="1500" dirty="0"/>
          </a:p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결과가 나온다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40780" y="1783080"/>
            <a:ext cx="5417820" cy="2926080"/>
          </a:xfrm>
          <a:prstGeom prst="roundRect">
            <a:avLst>
              <a:gd name="adj" fmla="val 1719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3660" y="19476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화면에 보일 것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23660" y="2496312"/>
            <a:ext cx="50520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목록 맨 위에 「수학 숙제」가 생기고 입력칸이 비워진다</a:t>
            </a:r>
            <a:endParaRPr lang="en-US" sz="1500" dirty="0"/>
          </a:p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입력칸 아래에 「할 일을 입력하세요」가 빨간 글자로</a:t>
            </a:r>
            <a:endParaRPr lang="en-US" sz="1500" dirty="0"/>
          </a:p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켜도 목록에 세 줄이 그대로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30352" y="49377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9377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실제 결과 · 판정 칸은 실행한 뒤에 · 지금은 비워 둔다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 — 할 일 정리 서비스의 2항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12쪽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1891802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783080"/>
            <a:ext cx="16357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시나리오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22154" y="1783080"/>
            <a:ext cx="2448215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2550170" y="1783080"/>
            <a:ext cx="21921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시작 상태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70369" y="1783080"/>
            <a:ext cx="3004627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4998385" y="1783080"/>
            <a:ext cx="27485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사용자가 한 행동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74996" y="1783080"/>
            <a:ext cx="378360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7" name="Text 15"/>
          <p:cNvSpPr/>
          <p:nvPr/>
        </p:nvSpPr>
        <p:spPr>
          <a:xfrm>
            <a:off x="8003012" y="1783080"/>
            <a:ext cx="35275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예상한 서비스 반응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0352" y="2185416"/>
            <a:ext cx="11128248" cy="676656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185416"/>
            <a:ext cx="163577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처음 방문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50170" y="2185416"/>
            <a:ext cx="219218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새로 켜고 새 탭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98385" y="2185416"/>
            <a:ext cx="27485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누르지 않고 첫 화면을 읽는다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03012" y="2185416"/>
            <a:ext cx="35275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할 일을 적는 서비스임을 안다 · 입력칸과 「추가」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0352" y="2862072"/>
            <a:ext cx="1112824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862072"/>
            <a:ext cx="163577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 정상 흐름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50170" y="2862072"/>
            <a:ext cx="219218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첫 화면 · 할 일 2개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98385" y="2862072"/>
            <a:ext cx="27485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「수학 숙제」 쓰고 「추가」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03012" y="2862072"/>
            <a:ext cx="35275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맨 위에 「수학 숙제」 · 입력칸이 비워진다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0352" y="3538728"/>
            <a:ext cx="11128248" cy="676656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538728"/>
            <a:ext cx="163577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예외 뒤 다시 시도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550170" y="3538728"/>
            <a:ext cx="219218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첫 화면 · 입력칸 빈칸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98385" y="3538728"/>
            <a:ext cx="27485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빈칸 「추가」 → 「영어 단어」로 다시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03012" y="3538728"/>
            <a:ext cx="35275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「할 일을 입력하세요」 → 다시 누르면 생긴다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30352" y="4215384"/>
            <a:ext cx="1112824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4215384"/>
            <a:ext cx="163577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같은 행동 반복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550170" y="4215384"/>
            <a:ext cx="219218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할 일 4개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98385" y="4215384"/>
            <a:ext cx="27485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「과학 보고서」 · 「국어 독서」 추가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003012" y="4215384"/>
            <a:ext cx="35275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6개 · 순서가 맞고 두 번 생기지 않는다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30352" y="4892040"/>
            <a:ext cx="11128248" cy="676656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4892040"/>
            <a:ext cx="163577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새로고침·다시 방문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550170" y="4892040"/>
            <a:ext cx="219218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할 일 6개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98385" y="4892040"/>
            <a:ext cx="27485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F5 → 다시 켜고 새 탭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003012" y="4892040"/>
            <a:ext cx="35275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두 번 모두 6개 · SQLite Viewer에도 6줄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 정상 흐름은 단계별로 한 번 더 쪼갠다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13쪽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489642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783080"/>
            <a:ext cx="46403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09_development_plan.md 3항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26781" y="1783080"/>
            <a:ext cx="133539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5554797" y="1783080"/>
            <a:ext cx="10793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62171" y="1783080"/>
            <a:ext cx="489642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6890187" y="1783080"/>
            <a:ext cx="46403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12_test_record.md 3항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" y="218541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185416"/>
            <a:ext cx="46403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단계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554797" y="2185416"/>
            <a:ext cx="10793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90187" y="2185416"/>
            <a:ext cx="46403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단계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30352" y="264261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642616"/>
            <a:ext cx="46403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사용자가 보는 것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554797" y="2642616"/>
            <a:ext cx="10793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90187" y="2642616"/>
            <a:ext cx="46403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사용자가 보는 것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30352" y="309981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099816"/>
            <a:ext cx="46403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사용자의 행동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554797" y="3099816"/>
            <a:ext cx="10793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890187" y="3099816"/>
            <a:ext cx="46403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사용자의 행동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30352" y="355701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557016"/>
            <a:ext cx="46403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서비스의 반응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554797" y="3557016"/>
            <a:ext cx="10793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890187" y="3557016"/>
            <a:ext cx="46403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예상한 서비스 반응 · 화면에 보일 글자로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30352" y="401421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014216"/>
            <a:ext cx="46403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이어지거나 저장되는 정보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554797" y="4014216"/>
            <a:ext cx="10793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×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890187" y="4014216"/>
            <a:ext cx="46403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옮기지 않는다 · 1항에 있다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30352" y="457200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57200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저장 단계의 예상에 · 「SQLite Viewer의 표에 같은 값의 줄이 하나 늘어난다」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530352" y="525780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525780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단계가 더 있으면 4단계 줄을 복사해 붙이고 번호를 바꾼다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판정은 셋 중 하나만 남긴다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14쪽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3514344" cy="2103120"/>
          </a:xfrm>
          <a:prstGeom prst="roundRect">
            <a:avLst>
              <a:gd name="adj" fmla="val 2391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3148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통과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3232" y="2441448"/>
            <a:ext cx="31485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예상한 반응이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그대로 보였다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37304" y="1783080"/>
            <a:ext cx="3514344" cy="2103120"/>
          </a:xfrm>
          <a:prstGeom prst="roundRect">
            <a:avLst>
              <a:gd name="adj" fmla="val 2391"/>
            </a:avLst>
          </a:prstGeom>
          <a:solidFill>
            <a:srgbClr val="FFF1E8"/>
          </a:solidFill>
          <a:ln w="12700">
            <a:solidFill>
              <a:srgbClr val="C24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0184" y="1947672"/>
            <a:ext cx="3148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4A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실패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520184" y="2441448"/>
            <a:ext cx="31485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다르게 나왔거나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반응이 없었다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44256" y="1783080"/>
            <a:ext cx="3514344" cy="2103120"/>
          </a:xfrm>
          <a:prstGeom prst="roundRect">
            <a:avLst>
              <a:gd name="adj" fmla="val 239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7136" y="1947672"/>
            <a:ext cx="3148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확인 필요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327136" y="2441448"/>
            <a:ext cx="31485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지금은 판단할 수 없다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Viewer를 아직 못 봤다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0352" y="41605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1605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「거의 통과」는 없다 · 절반만 맞으면 실패 · 어디까지 맞았는지 실제 결과에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30352" y="48463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8463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양식의 「통과 / 실패 / 확인 필요」에서 아닌 둘을 지운다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화면의 기록과 SQLite Viewer의 줄을 맞춰 본다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15쪽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2562606" cy="1783080"/>
          </a:xfrm>
          <a:prstGeom prst="roundRect">
            <a:avLst>
              <a:gd name="adj" fmla="val 282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data/app.db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2862072"/>
            <a:ext cx="219684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탐색기에서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누른다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65526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385566" y="1783080"/>
            <a:ext cx="2562606" cy="1783080"/>
          </a:xfrm>
          <a:prstGeom prst="roundRect">
            <a:avLst>
              <a:gd name="adj" fmla="val 282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8446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8446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 고르기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568446" y="2862072"/>
            <a:ext cx="219684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 서비스의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기록이 있는 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20740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40780" y="1783080"/>
            <a:ext cx="2562606" cy="1783080"/>
          </a:xfrm>
          <a:prstGeom prst="roundRect">
            <a:avLst>
              <a:gd name="adj" fmla="val 282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3660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23660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줄 수 세기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23660" y="2862072"/>
            <a:ext cx="219684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화면의 기록 수와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같은가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775954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095994" y="1783080"/>
            <a:ext cx="2562606" cy="1783080"/>
          </a:xfrm>
          <a:prstGeom prst="roundRect">
            <a:avLst>
              <a:gd name="adj" fmla="val 2821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8874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78874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값 맞추기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278874" y="2862072"/>
            <a:ext cx="219684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최근 기록의 글자와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마지막 줄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30352" y="3794760"/>
            <a:ext cx="222565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3794760"/>
            <a:ext cx="19696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56002" y="3794760"/>
            <a:ext cx="333847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32" name="Text 30"/>
          <p:cNvSpPr/>
          <p:nvPr/>
        </p:nvSpPr>
        <p:spPr>
          <a:xfrm>
            <a:off x="2884018" y="3794760"/>
            <a:ext cx="3082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SQLite Viewer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94476" y="3794760"/>
            <a:ext cx="556412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34" name="Text 32"/>
          <p:cNvSpPr/>
          <p:nvPr/>
        </p:nvSpPr>
        <p:spPr>
          <a:xfrm>
            <a:off x="6222492" y="3794760"/>
            <a:ext cx="53080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판정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0352" y="4197096"/>
            <a:ext cx="11128248" cy="420624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4197096"/>
            <a:ext cx="1969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보인다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2884018" y="4197096"/>
            <a:ext cx="30824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같은 값의 줄이 있다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222492" y="4197096"/>
            <a:ext cx="53080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통과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30352" y="4617720"/>
            <a:ext cx="1112824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4617720"/>
            <a:ext cx="1969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보인다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2884018" y="4617720"/>
            <a:ext cx="30824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줄이 없다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222492" y="4617720"/>
            <a:ext cx="53080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실패 · 저장되지 않았다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30352" y="5038344"/>
            <a:ext cx="11128248" cy="420624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5038344"/>
            <a:ext cx="1969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안 보인다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2884018" y="5038344"/>
            <a:ext cx="30824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줄이 있다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6222492" y="5038344"/>
            <a:ext cx="53080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실패 · 저장은 됐지만 다시 불러오지 못한다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처음 방문은 짝이 해 본다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16쪽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2562606" cy="2103120"/>
          </a:xfrm>
          <a:prstGeom prst="roundRect">
            <a:avLst>
              <a:gd name="adj" fmla="val 239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앞 세 칸 확인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2862072"/>
            <a:ext cx="219684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처음 방문 줄이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채워져 있다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65526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385566" y="1783080"/>
            <a:ext cx="2562606" cy="2103120"/>
          </a:xfrm>
          <a:prstGeom prst="roundRect">
            <a:avLst>
              <a:gd name="adj" fmla="val 239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8446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8446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자리 바꾸기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568446" y="2862072"/>
            <a:ext cx="219684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 탭에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localhost:3000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20740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40780" y="1783080"/>
            <a:ext cx="2562606" cy="2103120"/>
          </a:xfrm>
          <a:prstGeom prst="roundRect">
            <a:avLst>
              <a:gd name="adj" fmla="val 239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3660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23660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소리 내어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23660" y="2862072"/>
            <a:ext cx="219684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짝이 하려는 행동을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말한다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775954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095994" y="1783080"/>
            <a:ext cx="2562606" cy="2103120"/>
          </a:xfrm>
          <a:prstGeom prst="roundRect">
            <a:avLst>
              <a:gd name="adj" fmla="val 2391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8874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78874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적기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278874" y="2862072"/>
            <a:ext cx="219684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머뭇거린 곳 →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실제 결과 · 판정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30352" y="41605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1605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만든 사람은 설명하지 않고 가리키지 않는다 · 한 사람에 2분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30352" y="48463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8463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짝이 헤맨 곳 = 안내가 부족한 곳 · 실패로 적고 13회 근거로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흔한 오해 세 가지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17–18쪽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783080"/>
            <a:ext cx="467386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783080"/>
            <a:ext cx="441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04216" y="1783080"/>
            <a:ext cx="645438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5332232" y="1783080"/>
            <a:ext cx="6198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" y="2185416"/>
            <a:ext cx="11128248" cy="713232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185416"/>
            <a:ext cx="4417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예상은 실행해 보고 맞춰 적으면 된다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32232" y="2185416"/>
            <a:ext cx="6198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그러면 모든 줄이 통과 · 실행 전에 적고 뒤에 고치지 않는다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0352" y="2898648"/>
            <a:ext cx="1112824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898648"/>
            <a:ext cx="4417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내가 만들었으니 처음 방문은 볼 것도 없다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32232" y="2898648"/>
            <a:ext cx="6198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만든 사람은 막히는 곳을 못 본다 · 처음 보는 사람이 해야 드러난다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0352" y="3611880"/>
            <a:ext cx="11128248" cy="713232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611880"/>
            <a:ext cx="4417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화면에 보이면 저장된 것이다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32232" y="3611880"/>
            <a:ext cx="6198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SQLite Viewer의 줄과 맞고, 다시 켠 뒤에도 보여야 저장이다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0352" y="2185416"/>
            <a:ext cx="11128248" cy="713232"/>
          </a:xfrm>
          <a:prstGeom prst="rect">
            <a:avLst/>
          </a:prstGeom>
          <a:noFill/>
          <a:ln w="28575">
            <a:solidFill>
              <a:srgbClr val="FF5C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47548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7548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확인 문제 세 개는 교과서 18쪽 · 답을 먼저 말하고 해설을 연다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막히면 이 표에서 내 줄을 찾는다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20쪽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783080"/>
            <a:ext cx="445129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783080"/>
            <a:ext cx="41952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이런 상황이라면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81651" y="1783080"/>
            <a:ext cx="667694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5109667" y="1783080"/>
            <a:ext cx="64209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이렇게 한다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" y="2185416"/>
            <a:ext cx="11128248" cy="530352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185416"/>
            <a:ext cx="41952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docs에 12_test_record.md가 없다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109667" y="2185416"/>
            <a:ext cx="642091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10_student_files.zip에서 그 파일 하나만 복사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30352" y="2715768"/>
            <a:ext cx="11128248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715768"/>
            <a:ext cx="41952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Port 3000 is in use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09667" y="2715768"/>
            <a:ext cx="642091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먼저 켠 터미널을 찾아 Ctrl+C · 하나만 켠다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30352" y="3246120"/>
            <a:ext cx="11128248" cy="530352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246120"/>
            <a:ext cx="41952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data/app.db가 없다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109667" y="3246120"/>
            <a:ext cx="642091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기록 줄은 「확인 필요」 · 손을 든다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30352" y="3776472"/>
            <a:ext cx="11128248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776472"/>
            <a:ext cx="41952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AI가 12_test_record.md를 고쳤다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109667" y="3776472"/>
            <a:ext cx="642091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Ctrl+Z 또는 「모두 원래대로 되돌려 줘」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30352" y="4306824"/>
            <a:ext cx="11128248" cy="530352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306824"/>
            <a:ext cx="41952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FreeUsageLimitError · 429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109667" y="4306824"/>
            <a:ext cx="642091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1~2분 기다렸다 다시 · 그동안 직접 쓴다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차시 · 12-2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시험할 준비가 끝났다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30352" y="338328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시간에는 남은 네 시나리오를 실행해 결과를 채우고,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고칠 순서를 정한 뒤 제출 ZIP을 한 번 만들어 봅니다.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19쪽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2026-10-29T11:54:18Z</dcterms:created>
  <dcterms:modified xsi:type="dcterms:W3CDTF">2026-10-29T11:54:18Z</dcterms:modified>
</cp:coreProperties>
</file>