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[시간 계획 — 학생 화면에는 표시하지 않는다]
0–3분 오늘 순서 · 3–6분 시작 상태·설명 파일 · 6–17분 ① 세 흐름 실행·SQLite Viewer · 17–33분 ② 설명 쓰기(연결·달라진 것·AI와 나) · 33–36분 ③ 안전 · 36–41분 ④ ZIP · 41–43분 ⑤ 제출 · 43–45분 막힐 때·마무리
평가 시간이라 길게 설명하지 않는다. 장마다 1분 안쪽으로 「지금 어디, 다음 무엇」만 말하고 학생이 교과서를 보며 한다. 제출(41분)은 늦추지 않는다. 설명이 덜 됐어도 41분에는 묶기로 넘어가게 한다.
[0–1분] 표지
13-1에 바로 이어서 한다. 오늘은 고치지 않는다. 실행해 보이고, 설명을 쓰고, ZIP으로 묶어서 낸다.
[진행 메모] 수업 전에 수행평가 3 Form 주소를 칠판이나 공지에 올려 둔다. 교과서에는 버튼이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[1–3분] 오늘 순서
아폴로 13호가 돌아온 뒤 NASA는 두 달 동안 무엇이 일어났고 원인이 뭐였고 다음에 무엇을 바꿀지 보고서로 남겼다. 고친 일만큼 고친 과정을 남기는 일도 중요했다. 오늘이 그 시간이다.
다섯 단계다. 실행, 설명, 안전, 묶기, 제출. 화면 오른쪽 위에 지금 어느 단계인지 표시해 둔다.
오늘 고치기 시작하면 다시 시험할 시간이 없다. 그러면 설명하는 버전과 내는 버전이 달라진다. 새 문제는 고치지 말고 적는다.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[3–4분] 시작 상태
13-1에 이어 같은 10 폴더다. 서비스가 켜져 있으면 그대로 시작한다. 껐다면 서비스 터미널에서 npm run dev.
지금부터 코드 파일은 고치지 않는다. OpenCode는 찾는 일에만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[4–6분] 설명 파일
오늘 확인하고 설명하는 건 docs 폴더의 새 파일 하나에 쓴다. 선생님은 ZIP을 받아서 이 파일을 읽으며 서비스를 실행해 본다.
docs 폴더를 오른쪽 클릭해 새 파일, 이름은 13_explanation.md. 교과서 5쪽 틀을 복사해 붙인다.
이 파일은 내가 쓴다. AI에게 쓰게 하지 않는다. AGENTS.md에도 AI는 docs를 고치지 않는다고 되어 있다.
[예상 질문] Q. 중국어 틀을 붙여도 되나요? A. 된다. 중국어 화면에서 복사하면 중국어 틀이 붙는다. 편한 언어로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[6–14분] 세 흐름 실행 — 학생 작업
선생님이 채점할 때 확인하는 세 흐름이다. 내가 먼저 해 본다. 처음 쓰는 사람처럼 첫 화면부터.
다시 방문은 서비스 터미널에서 Ctrl+C로 끄고 npm run dev로 다시 켠 뒤 새로고침이다.
실패해도 고치지 않는다. 「실패 — 화면에 보인 것」을 적고 넘어간다. 실패한 사실과 이유를 설명하는 것도 평가에 들어간다.
시험 값은 지어낸 것으로 한다. 이 기록이 data\app.db에 남아 ZIP에 같이 들어간다.
[진행 메모] 이 시간에 자리를 돌며 학생 화면으로 세 흐름을 직접 확인해 둔다. 채점 기록의 실행 영역 근거가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[14–17분] SQLite Viewer
화면에 기록이 보이면, 그게 정말 app.db에 들어 있는지 SQLite Viewer로 본다. 11회에 한 것과 같다.
화면과 표의 값이 같아야 「저장되고 다시 보인다」를 근거와 함께 말할 수 있다.
여기서 본 표 이름과 열 이름을 2항 넷째 줄에 그대로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[17–23분] 연결 설명 — 2항
10회에는 버튼을 누르면 요청이 가고 응답이 오게 만들었고, 11회에는 그 기록이 SQLite에 남고 다시 불러오게 만들었다. 둘을 이어서 쓴다.
코드 문법을 풀이하는 게 아니다. 사용자의 행동 하나가 어디를 거쳐서 다시 화면에 오는지를 내 서비스의 말로 쓴다.
주소나 표 이름을 모르겠으면 교과서 9쪽 요청문을 보낸다. AI는 찾아서 알려만 준다. 알려 준 것을 10_api_promise.md와 SQLite Viewer에서 확인하고 내 말로 쓴다.
AI의 답과 내가 본 것이 다르면 내가 본 것이 기준이다. 다른 점은 4항에 적는다.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[23–27분] 달라진 것 — 3항
8회 PRD와 지금 서비스를 나란히 놓으면 다른 곳이 있을 거다. 9회에 범위를 줄였거나, 만들다 바꿨거나, 어제 못 고쳤을 수 있다.
달라진 건 감점이 아니다. 무엇이 왜 달라졌는지 말할 수 있으면 그게 내가 판단했다는 증거다.
교과서 10쪽에 영어 단어장 서비스의 예가 있다. 사진 인식을 직접 입력으로 바꿨고, 모르는 단어를 표로 모은다는 목적은 지켰다.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[27–33분] AI와 나 — 4항
가장 큰 영역, 40점이다. AI가 코드를 거의 다 썼어도 괜찮다. 대신 무엇을 만들지 정한 사람, 실행해 본 사람, 제안을 받아들이거나 거절한 사람이 나라는 걸 기록으로 보여 준다.
기억으로 쓰지 말고 근거 파일을 열어 보며 쓴다. 선생님이 물어볼 때 그 자리를 보여 줄 수 있다.
마지막 줄 「끝까지 확인하지 못한 것」을 비우지 않는다. 모르는 곳을 아는 것도 확인한 결과다.
[진행 메모] 이 시간에 자리를 돌며 몇 가지를 말로 물어본다. 「이 기록은 어느 표에 들어가?」 「AI 제안 중에 안 받은 게 있어?」 글이 어려운 학생은 말로 답한 것을 채점 메모에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[33–36분] 안전
ZIP을 내면 그 안의 모든 파일이 그대로 전해진다. app.db와 AI대화기록.md도 들어간다.
1-1에서 세 칸으로 나눈 것 중 「넣지 않을 것」 — 비밀번호, API 키와 인증 토큰, 주소·전화번호, 다른 사람의 개인정보 — 와 같은 기준이다.
파일이 많아 눈으로 다 보기 어려우니 OpenCode에게 찾게 한다. 고치게 하지는 않는다.
[진행 메모] 실제 개인정보가 들어간 학생은 서비스를 끄고 data\app.db를 함께 지운 뒤 다시 켜서, 지어낸 값으로 정상 흐름을 한 번 더 하게 한다. 표는 getDb가 다시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[36–38분] ZIP 만들기
12-2에서 연습한 명령이다. 먼저 두 문서를 저장하고, 서비스 터미널에서 Ctrl+C로 끈다. 기록 파일이 쓰이는 도중에 묶이지 않게 하려는 것이다.
같은 터미널에 npm run pack. 「만들었습니다」와 위치가 나오면 된다.
크기는 보통 수백 KB에서 몇 MB다. 수백 MB면 무언가 잘못 들어간 것이니 손을 든다.
「ZIP을 만들지 못했습니다」가 나오면 화면을 캡처하고 손을 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[38–40분] 이름 바꾸기와 열어 보기
submit.zip은 10 폴더 안이 아니라 바로 바깥, JDH_VibeCoding_자기이름 폴더에 생긴다.
이름만 13_assessment3_학생ID_이름.zip으로 바꾼다. 끝의 .zip은 지우지 않는다. 안의 파일 이름은 바꾸지 않는다.
두 번 눌러 열면 10 폴더 하나가 보인다. 그 안을 교과서 17쪽 두 칸과 맞춘다. docs에 파일이 여섯 개, 오늘 만든 13_explanation.md가 들어 있는지 꼭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[40–41분] 제출 전 확인
교과서 18쪽 목록을 한 줄씩 본다. 13-1에서 읽은 평가 기준과 같은 내용이다.
문서를 고쳤으면 ZIP을 다시 만든다. 고치기 전의 ZIP을 내는 일이 가장 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[41–43분] 제출
칠판(또는 공지)에 올린 수행평가 3 Form 주소를 연다. 제목에 「수행평가 3」이 있는지 본다.
ZIP 하나를 올리고, 제출 버튼을 누르기 전에 화면에 보이는 파일 이름이 내 ZIP과 같은지 본다. 완료 화면이 나올 때까지 창을 닫지 않는다.
[진행 메모] Form 응답 목록에서 8명의 파일 이름을 바로 확인한다. ZIP을 하나 열어 13_explanation.md와 app.db가 들어 있는지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[43–44분] 막힐 때
교과서 20쪽 표다. 서비스나 ZIP이 망가진 것 같아도 지우거나 고치기 전에 먼저 손을 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[44–45분] 마무리
제출 완료 화면을 봤다면 수행평가 3과 이 과목의 수업이 모두 끝났다.
1회에는 AI를 어떻게 쓸지 약속을 정하는 데서 시작했다. 2~5회에 Python으로 표와 그래프를 만들고 AI의 결과를 원본과 대조했고, 6~8회에 PRD를 썼고, 9회에 흐름과 범위를 정했고, 10~11회에 버튼 하나를 요청·응답과 SQLite 기록으로 이었고, 12~13회에 시험하고 고치고 설명해서 냈다.
도구는 바뀐다. 그래도 무엇을 만들지 먼저 정하고, 나온 결과를 직접 실행해 보고, 받아들일지 내가 정하는 순서는 그대로 가져갈 수 있다.
[진행 메모] 길게 말하지 않는다. 교과서 21쪽을 띄워 두고 한두 문장으로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13회 · 둘째 차시 · 수행평가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수행평가 3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실행·설명·최종 제출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" y="37033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13-2를 옆에 두고 순서대로 진행합니다.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오늘은 고치지 않습니다.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고치는 시간은 끝났다. 보여 주고 설명한다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2쪽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1991563" cy="2103120"/>
          </a:xfrm>
          <a:prstGeom prst="roundRect">
            <a:avLst>
              <a:gd name="adj" fmla="val 252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47672"/>
            <a:ext cx="1625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368296"/>
            <a:ext cx="16258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862072"/>
            <a:ext cx="162580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흐름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94483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814523" y="1783080"/>
            <a:ext cx="1991563" cy="2103120"/>
          </a:xfrm>
          <a:prstGeom prst="roundRect">
            <a:avLst>
              <a:gd name="adj" fmla="val 252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7403" y="1947672"/>
            <a:ext cx="1625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97403" y="2368296"/>
            <a:ext cx="16258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997403" y="2862072"/>
            <a:ext cx="162580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13_explanation.md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1~4항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786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98694" y="1783080"/>
            <a:ext cx="1991563" cy="2103120"/>
          </a:xfrm>
          <a:prstGeom prst="roundRect">
            <a:avLst>
              <a:gd name="adj" fmla="val 252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1574" y="1947672"/>
            <a:ext cx="1625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81574" y="2368296"/>
            <a:ext cx="16258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안전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281574" y="2862072"/>
            <a:ext cx="162580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비밀번호 · API 키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개인정보 · .env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628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82866" y="1783080"/>
            <a:ext cx="1991563" cy="2103120"/>
          </a:xfrm>
          <a:prstGeom prst="roundRect">
            <a:avLst>
              <a:gd name="adj" fmla="val 252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65746" y="1947672"/>
            <a:ext cx="1625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65746" y="2368296"/>
            <a:ext cx="16258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묶기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65746" y="2862072"/>
            <a:ext cx="162580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run pack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 · 열어 보기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46997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67037" y="1783080"/>
            <a:ext cx="1991563" cy="2103120"/>
          </a:xfrm>
          <a:prstGeom prst="roundRect">
            <a:avLst>
              <a:gd name="adj" fmla="val 252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49917" y="1947672"/>
            <a:ext cx="1625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49917" y="2368296"/>
            <a:ext cx="16258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제출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849917" y="2862072"/>
            <a:ext cx="162580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수행평가 3 Form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완료 화면까지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30352" y="4160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160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실행하다 새 문제를 찾아도 고치지 않는다 · 설명 파일에 적는다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0352" y="48463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8463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서비스가 아예 켜지지 않을 때만 손을 든다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13-1에서 확정한 버전을 그대로 켠다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 실행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맨 위가 10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 Code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탐색기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Ready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없으면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run dev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localhost:3000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탭 옆 ● 없음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" y="39776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776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OpenCode에는 「찾아서 알려 줘」만 · 「고쳐 줘」 「진행해」는 보내지 않는다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docs에 13_explanation.md를 만들고 틀을 붙인다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 실행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4–5쪽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파일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 폴더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오른쪽 클릭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13_explanation.md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틀 붙이기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5쪽에서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복사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맨 위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학생 ID · 이름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PRD.md와 똑같이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" y="3931920"/>
            <a:ext cx="289334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931920"/>
            <a:ext cx="2637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항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3696" y="3931920"/>
            <a:ext cx="823490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2" name="Text 30"/>
          <p:cNvSpPr/>
          <p:nvPr/>
        </p:nvSpPr>
        <p:spPr>
          <a:xfrm>
            <a:off x="3551712" y="3931920"/>
            <a:ext cx="7978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언제 채우나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0352" y="4334256"/>
            <a:ext cx="11128248" cy="38404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334256"/>
            <a:ext cx="263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최종 실행 결과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551712" y="4334256"/>
            <a:ext cx="797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흐름을 실행하면서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30352" y="4718304"/>
            <a:ext cx="111282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718304"/>
            <a:ext cx="263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화면에서 저장까지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551712" y="4718304"/>
            <a:ext cx="797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Viewer를 보면서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5102352"/>
            <a:ext cx="11128248" cy="38404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5102352"/>
            <a:ext cx="263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 · 4. 달라진 것 · AI와 나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551712" y="5102352"/>
            <a:ext cx="797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지난 문서를 열어 보면서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 흐름 · 예외 뒤 복구 · 다시 방문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 실행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44821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21921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8567" y="1783080"/>
            <a:ext cx="489642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3106583" y="1783080"/>
            <a:ext cx="4640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한다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74996" y="1783080"/>
            <a:ext cx="378360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8003012" y="1783080"/>
            <a:ext cx="35275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통과 기준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185416"/>
            <a:ext cx="11128248" cy="71323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85416"/>
            <a:ext cx="2192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정상 흐름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06583" y="2185416"/>
            <a:ext cx="464039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첫 화면부터 개발 계획 3항 순서대로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03012" y="2185416"/>
            <a:ext cx="35275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 6항 완성 기준대로 보인다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0352" y="2898648"/>
            <a:ext cx="111282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98648"/>
            <a:ext cx="2192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 뒤 다시 시도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06583" y="2898648"/>
            <a:ext cx="464039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계획 4항의 잘못된 입력 → 고쳐 다시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03012" y="2898648"/>
            <a:ext cx="35275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안내가 보이고, 고친 뒤 정상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30352" y="3611880"/>
            <a:ext cx="11128248" cy="71323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611880"/>
            <a:ext cx="21921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방문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06583" y="3611880"/>
            <a:ext cx="464039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Ctrl+C → npm run dev → 새로고침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003012" y="3611880"/>
            <a:ext cx="35275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방금 만든 기록이 그대로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0352" y="45262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5262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 하나 끝날 때마다 1항의 그 줄에 · 통과 / 실패 — 화면에 보인 것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30352" y="5212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12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값은 지어낸 것으로 · 진짜 이름 · 전화번호 · 주소는 넣지 않는다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켠 뒤의 기록을 SQLite Viewer에서도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 실행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app.db 열기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 폴더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app.db 누르기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고르기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왼쪽 목록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서비스의 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 비교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화면의 값과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칸씩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2항에 적기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이름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열 이름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" y="4069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069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화면의 값 = 표의 값 → 「SQLite에 저장되고 다시 보인다」의 근거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0352" y="47548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7548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보기만 한다 · 값을 고치거나 행을 지우지 않는다 · 안 보이면 탭을 닫고 다시 연다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버튼 하나가 어디를 거쳐 다시 화면에 오는가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 설명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8–9쪽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 행동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보고 누르는 것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계획 3항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 요청·응답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주소 · 보내는 것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10_api_promise.md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저장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· 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표시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열면 보이는 곳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방문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0352" y="4114800"/>
            <a:ext cx="11128248" cy="1463040"/>
          </a:xfrm>
          <a:prstGeom prst="roundRect">
            <a:avLst>
              <a:gd name="adj" fmla="val 3125"/>
            </a:avLst>
          </a:prstGeom>
          <a:solidFill>
            <a:srgbClr val="24272C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24281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예 · 할 일 정리 서비스 (교과서 8쪽)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" y="4517136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화면 「추가」 → /api/tasks 에 { text: "수학 숙제" }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{ ok: true, message: "추가했습니다." } → tasks 표에 한 줄 → 다시 열면 목록 맨 위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0352" y="5760720"/>
            <a:ext cx="11128248" cy="438912"/>
          </a:xfrm>
          <a:prstGeom prst="roundRect">
            <a:avLst>
              <a:gd name="adj" fmla="val 45833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760720"/>
            <a:ext cx="10725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찾기 어려우면 교과서 9쪽 요청문 · AI는 찾기만, 설명은 내 말로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PRD와 달라진 것은 지우지 않고 이유와 함께 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 설명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10쪽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467386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441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열어 볼 곳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04216" y="1783080"/>
            <a:ext cx="645438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5332232" y="1783080"/>
            <a:ext cx="6198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본다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185416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85416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PRD.md 2·3항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32232" y="2185416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계획한 핵심 기능과 대표 흐름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111282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97480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09_development_plan.md 5·6·8항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32232" y="2697480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판정 · 고른 대안 · 바꾸거나 거절한 것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0352" y="3209544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09544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12_test_record.md 6항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32232" y="3209544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12회에 적은 「줄이거나 바꾼 부분」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30352" y="3721608"/>
            <a:ext cx="111282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721608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12_test_record.md 10항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32232" y="3721608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13-1에서 고친 것과 못 고친 것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0352" y="4434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434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달라진 것은 감점이 아니다 · 무엇이 왜 달라졌는지가 판단의 증거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0352" y="51206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1206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목적은 지켜졌는가? 예 / 아니요 — 한 줄 이유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한 일과 내가 정하고 확인한 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 설명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11–12쪽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2651760"/>
          </a:xfrm>
          <a:prstGeom prst="roundRect">
            <a:avLst>
              <a:gd name="adj" fmla="val 189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한 일 — 예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화면과 API 코드를 만들었다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표를 제안하고 만들었다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오류의 원인과 수정을 제안했다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2651760"/>
          </a:xfrm>
          <a:prstGeom prst="roundRect">
            <a:avLst>
              <a:gd name="adj" fmla="val 189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내가 한 일 — 예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· 목적 · 흐름을 정했다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실행해 보고 예상과 비교했다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제안을 받아들이거나 거절했다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" y="4617720"/>
            <a:ext cx="400616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617720"/>
            <a:ext cx="375013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36521" y="4617720"/>
            <a:ext cx="712207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4664537" y="4617720"/>
            <a:ext cx="686604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거기서 찾을 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5020056"/>
            <a:ext cx="11128248" cy="36576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020056"/>
            <a:ext cx="37501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AI대화기록.md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64537" y="5020056"/>
            <a:ext cx="6866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내가 보낸 말 · AI가 고친 파일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0352" y="5385816"/>
            <a:ext cx="1112824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5385816"/>
            <a:ext cx="37501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계획 8항 · 테스트 기록 9·10항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64537" y="5385816"/>
            <a:ext cx="6866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바꾸거나 거절한 것 · 13-1의 판단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묶기 전에 비밀정보와 개인정보를 확인한다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③ 안전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13–14쪽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356103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33050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확인할 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91391" y="1783080"/>
            <a:ext cx="756720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4219407" y="1783080"/>
            <a:ext cx="73111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본다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185416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85416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비밀번호 · API 키 · 토큰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19407" y="2185416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14쪽 요청문으로 찾게 하고 · 알려 준 파일을 내가 연다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0352" y="2660904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60904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.env 파일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19407" y="2660904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탐색기에 .env로 시작하는 파일이 있으면 손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0352" y="3136392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136392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개인정보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19407" y="3136392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Viewer로 app.db의 행을 훑는다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30352" y="3611880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11880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 예시 글 · 대화 기록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219407" y="3611880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친구 이름 · 연락처 · 붙여 넣은 비밀번호가 없는가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0352" y="4434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434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1-1에서 정한 「넣지 않을 것」과 같은 기준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0352" y="51206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1206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개인정보가 있으면 직접 지우지 말고 손을 든다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서비스를 끄고 npm run pack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④ 묶기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15쪽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13_explanation.md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12_test_record.md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 끄기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 터미널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Ctrl+C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묶기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터미널에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run pack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1920240"/>
          </a:xfrm>
          <a:prstGeom prst="roundRect">
            <a:avLst>
              <a:gd name="adj" fmla="val 2619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「만들었습니다」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submit.zip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3931920"/>
            <a:ext cx="11128248" cy="1463040"/>
          </a:xfrm>
          <a:prstGeom prst="roundRect">
            <a:avLst>
              <a:gd name="adj" fmla="val 3125"/>
            </a:avLst>
          </a:prstGeom>
          <a:solidFill>
            <a:srgbClr val="24272C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05993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터미널 · … 부분은 사람마다 다르다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" y="4334256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…\10&gt; npm run pack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만들었습니다: …\JDH_VibeCoding_자기이름\submit.zip (320KB)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이름을 바꾸고, 열어서 안을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④ 묶기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16–17쪽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11128248" cy="1051560"/>
          </a:xfrm>
          <a:prstGeom prst="roundRect">
            <a:avLst>
              <a:gd name="adj" fmla="val 4348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91109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JDH_VibeCoding_자기이름 폴더 · 10 폴더 옆 · 이름 바꾸기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85416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submit.zip  →  13_assessment3_학생ID_이름.zip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30352" y="3063240"/>
            <a:ext cx="5417820" cy="2331720"/>
          </a:xfrm>
          <a:prstGeom prst="roundRect">
            <a:avLst>
              <a:gd name="adj" fmla="val 215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2783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 안에 있어야 하는 것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3232" y="3776472"/>
            <a:ext cx="50520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 여섯 파일 (13_explanation.md 포함)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data\app.db · AI대화기록.md · AGENTS.md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 · lib · package.json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40780" y="3063240"/>
            <a:ext cx="5417820" cy="2331720"/>
          </a:xfrm>
          <a:prstGeom prst="roundRect">
            <a:avLst>
              <a:gd name="adj" fmla="val 2157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3660" y="322783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없어야 하는 것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23660" y="3776472"/>
            <a:ext cx="50520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node_modules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.next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.env로 시작하는 파일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30352" y="5577840"/>
            <a:ext cx="11128248" cy="457200"/>
          </a:xfrm>
          <a:prstGeom prst="roundRect">
            <a:avLst>
              <a:gd name="adj" fmla="val 44000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778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ZIP을 만든 뒤 파일을 고쳤다면 · 그 ZIP을 지우고 npm run pack부터 다시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제출 버튼을 누르기 전에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⑤ 제출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18쪽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3200400"/>
          </a:xfrm>
          <a:prstGeom prst="roundRect">
            <a:avLst>
              <a:gd name="adj" fmla="val 157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ZIP 이름의 학생 ID · 이름 = PRD.md 맨 위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 폴더 하나 · docs 여섯 · app.db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node_modules · .next · .env 없음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비밀번호 · API 키 · 개인정보 없음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3200400"/>
          </a:xfrm>
          <a:prstGeom prst="roundRect">
            <a:avLst>
              <a:gd name="adj" fmla="val 157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내용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13_explanation.md 1~4항에 빈칸 없음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실패한 것 · 확인 못 한 것도 적혀 있다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12_test_record.md 10항에 다시 시험한 결과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모든 문장을 내가 말로 설명할 수 있다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30352" y="5212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212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하나라도 「아니요」면 고치고 ZIP을 다시 · 문서는 고쳐도, 코드는 고치지 않는다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선생님이 알려 준 수행평가 3 Form에 ZIP 하나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⑤ 제출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19쪽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Form 열기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선생님이 알려 준 주소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제목에 「수행평가 3」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Form이 묻는 대로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학년 · 이름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ZIP 올리기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13_assessment3_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학생ID_이름.zip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제출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이름 확인 →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완료 화면까지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0352" y="4160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160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Google 계정에 로그인해 있어야 파일을 올릴 수 있다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0352" y="48463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8463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수행평가 1 · 2 Form에 내지 않는다 · 브라우저 기록에서 옛 Form을 열지 않는다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막히면 이 표에서 내 줄을 찾는다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20쪽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467386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783080"/>
            <a:ext cx="441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이런 상황이라면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04216" y="1783080"/>
            <a:ext cx="645438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5332232" y="1783080"/>
            <a:ext cx="6198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한다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185416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85416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「ZIP을 만들지 못했습니다」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32232" y="2185416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화면을 캡처하고 손을 든다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697480"/>
            <a:ext cx="111282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697480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submit.zip이 안 보인다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32232" y="2697480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단계 바깥 JDH_VibeCoding_자기이름 폴더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" y="3209544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209544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이름이 ….zip.zip · .zip이 없다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32232" y="3209544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 바꾸기로 끝에 .zip 하나만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" y="3721608"/>
            <a:ext cx="111282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721608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서비스가 켜지지 않는다 · 빨간 글씨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2232" y="3721608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고치지 말고 손 · 13-1에서 마지막으로 고친 것을 보여 준다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" y="4233672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233672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실행하다 새 문제를 찾았다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2232" y="4233672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고치지 않고 1항 · 4항에 적는다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" y="4745736"/>
            <a:ext cx="111282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745736"/>
            <a:ext cx="4417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Form에 파일 올리기가 없다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32232" y="4745736"/>
            <a:ext cx="6198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Google 계정 로그인 확인 → Form 다시 열기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13회 · 과정을 마치며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정하고, 실행해 보고,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받아들일지는 내가 정한다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38404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 → 흐름 → API → SQLite → 테스트 → 설명.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13회 동안 수고했습니다.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13-2 · 21쪽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2026-10-29T07:22:25Z</dcterms:created>
  <dcterms:modified xsi:type="dcterms:W3CDTF">2026-10-29T07:22:25Z</dcterms:modified>
</cp:coreProperties>
</file>